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90" r:id="rId2"/>
    <p:sldId id="1140" r:id="rId3"/>
    <p:sldId id="1141" r:id="rId4"/>
    <p:sldId id="1142" r:id="rId5"/>
    <p:sldId id="1145" r:id="rId6"/>
    <p:sldId id="1144" r:id="rId7"/>
    <p:sldId id="1143" r:id="rId8"/>
    <p:sldId id="1146" r:id="rId9"/>
    <p:sldId id="1147" r:id="rId10"/>
    <p:sldId id="896" r:id="rId11"/>
  </p:sldIdLst>
  <p:sldSz cx="9144000" cy="5143500" type="screen16x9"/>
  <p:notesSz cx="6858000" cy="9144000"/>
  <p:defaultTextStyle>
    <a:defPPr>
      <a:defRPr lang="zh-CN"/>
    </a:defPPr>
    <a:lvl1pPr algn="l" defTabSz="685800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342900" algn="l" defTabSz="685800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685800" algn="l" defTabSz="685800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028700" algn="l" defTabSz="685800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371600" algn="l" defTabSz="685800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准模板" id="{358AC41B-F957-4A7F-B19D-CFDD4042C249}">
          <p14:sldIdLst>
            <p14:sldId id="290"/>
            <p14:sldId id="1140"/>
            <p14:sldId id="1141"/>
            <p14:sldId id="1142"/>
            <p14:sldId id="1145"/>
            <p14:sldId id="1144"/>
            <p14:sldId id="1143"/>
            <p14:sldId id="1146"/>
            <p14:sldId id="1147"/>
            <p14:sldId id="896"/>
          </p14:sldIdLst>
        </p14:section>
        <p14:section name="参考" id="{DD37003F-A3BB-4E5E-9478-3AB65F97656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53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57" autoAdjust="0"/>
    <p:restoredTop sz="94660" autoAdjust="0"/>
  </p:normalViewPr>
  <p:slideViewPr>
    <p:cSldViewPr showGuides="1">
      <p:cViewPr varScale="1">
        <p:scale>
          <a:sx n="90" d="100"/>
          <a:sy n="90" d="100"/>
        </p:scale>
        <p:origin x="356" y="56"/>
      </p:cViewPr>
      <p:guideLst>
        <p:guide orient="horz" pos="153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A5F239B-13B7-460F-9BCC-B6AAF30007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F239D3-3F48-467E-AB5F-7911CF7DAF2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D2A48B96-639E-45A3-A0BA-2464DFDB1FAA}" type="datetimeFigureOut">
              <a:rPr lang="zh-CN" altLang="en-US"/>
              <a:pPr/>
              <a:t>2021/11/11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292" name="幻灯片图像占位符 3">
            <a:extLst>
              <a:ext uri="{FF2B5EF4-FFF2-40B4-BE49-F238E27FC236}">
                <a16:creationId xmlns:a16="http://schemas.microsoft.com/office/drawing/2014/main" id="{C6841860-A92E-4F5E-A3C7-2CCCCEBD845B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备注占位符 4">
            <a:extLst>
              <a:ext uri="{FF2B5EF4-FFF2-40B4-BE49-F238E27FC236}">
                <a16:creationId xmlns:a16="http://schemas.microsoft.com/office/drawing/2014/main" id="{7DBC6194-A1F0-4077-BD68-DE0F0592B4B2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2553A5-39D4-4A4F-8E4F-0C30572B4B0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7D9E23-7E3A-4A16-9042-1595BA8F1B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A9B1285-32B2-463D-AF37-50501EE67BB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1922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3">
            <a:extLst>
              <a:ext uri="{FF2B5EF4-FFF2-40B4-BE49-F238E27FC236}">
                <a16:creationId xmlns:a16="http://schemas.microsoft.com/office/drawing/2014/main" id="{C1359849-5ADD-4CDC-8A33-F6CCAFF3B2A4}"/>
              </a:ext>
            </a:extLst>
          </p:cNvPr>
          <p:cNvSpPr/>
          <p:nvPr userDrawn="1"/>
        </p:nvSpPr>
        <p:spPr>
          <a:xfrm>
            <a:off x="987425" y="0"/>
            <a:ext cx="3859213" cy="5143500"/>
          </a:xfrm>
          <a:custGeom>
            <a:avLst/>
            <a:gdLst>
              <a:gd name="connsiteX0" fmla="*/ 0 w 6079"/>
              <a:gd name="connsiteY0" fmla="*/ 8100 h 8100"/>
              <a:gd name="connsiteX1" fmla="*/ 4530 w 6079"/>
              <a:gd name="connsiteY1" fmla="*/ 12 h 8100"/>
              <a:gd name="connsiteX2" fmla="*/ 6079 w 6079"/>
              <a:gd name="connsiteY2" fmla="*/ 0 h 8100"/>
              <a:gd name="connsiteX3" fmla="*/ 1638 w 6079"/>
              <a:gd name="connsiteY3" fmla="*/ 8100 h 8100"/>
              <a:gd name="connsiteX4" fmla="*/ 0 w 6079"/>
              <a:gd name="connsiteY4" fmla="*/ 8100 h 8100"/>
              <a:gd name="connsiteX0" fmla="*/ 0 w 10000"/>
              <a:gd name="connsiteY0" fmla="*/ 10000 h 10000"/>
              <a:gd name="connsiteX1" fmla="*/ 7472 w 10000"/>
              <a:gd name="connsiteY1" fmla="*/ 0 h 10000"/>
              <a:gd name="connsiteX2" fmla="*/ 10000 w 10000"/>
              <a:gd name="connsiteY2" fmla="*/ 0 h 10000"/>
              <a:gd name="connsiteX3" fmla="*/ 2695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7472" y="0"/>
                </a:lnTo>
                <a:lnTo>
                  <a:pt x="10000" y="0"/>
                </a:lnTo>
                <a:lnTo>
                  <a:pt x="2695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pic>
        <p:nvPicPr>
          <p:cNvPr id="7" name="图片 4" descr="封面">
            <a:extLst>
              <a:ext uri="{FF2B5EF4-FFF2-40B4-BE49-F238E27FC236}">
                <a16:creationId xmlns:a16="http://schemas.microsoft.com/office/drawing/2014/main" id="{BE10C938-081D-4EDD-B74D-AE36D844D6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18138" y="-9525"/>
            <a:ext cx="3730625" cy="516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395288" y="987574"/>
            <a:ext cx="4024312" cy="1033780"/>
          </a:xfrm>
        </p:spPr>
        <p:txBody>
          <a:bodyPr lIns="0" rIns="0" anchor="b">
            <a:normAutofit/>
          </a:bodyPr>
          <a:lstStyle>
            <a:lvl1pPr algn="l">
              <a:defRPr sz="3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zh-CN" noProof="1"/>
              <a:t>Click to add title, Arial Bold, 32pt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95287" y="2021354"/>
            <a:ext cx="4024312" cy="339090"/>
          </a:xfrm>
        </p:spPr>
        <p:txBody>
          <a:bodyPr lIns="0" rIns="0" anchor="ctr" anchorCtr="0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altLang="zh-CN" noProof="1"/>
              <a:t>Click to add subtitle, Arial Bold, 18pt</a:t>
            </a:r>
            <a:endParaRPr lang="zh-CN" altLang="en-US" noProof="1"/>
          </a:p>
        </p:txBody>
      </p:sp>
      <p:sp>
        <p:nvSpPr>
          <p:cNvPr id="32" name="图片占位符 31"/>
          <p:cNvSpPr>
            <a:spLocks noGrp="1"/>
          </p:cNvSpPr>
          <p:nvPr>
            <p:ph type="pic" sz="quarter" idx="10"/>
          </p:nvPr>
        </p:nvSpPr>
        <p:spPr>
          <a:xfrm>
            <a:off x="2034540" y="-7643"/>
            <a:ext cx="6227893" cy="5150507"/>
          </a:xfrm>
          <a:custGeom>
            <a:avLst/>
            <a:gdLst>
              <a:gd name="connsiteX0" fmla="*/ 4404 w 9856"/>
              <a:gd name="connsiteY0" fmla="*/ 11 h 8090"/>
              <a:gd name="connsiteX1" fmla="*/ 9856 w 9856"/>
              <a:gd name="connsiteY1" fmla="*/ 0 h 8090"/>
              <a:gd name="connsiteX2" fmla="*/ 5328 w 9856"/>
              <a:gd name="connsiteY2" fmla="*/ 8090 h 8090"/>
              <a:gd name="connsiteX3" fmla="*/ 0 w 9856"/>
              <a:gd name="connsiteY3" fmla="*/ 8090 h 8090"/>
              <a:gd name="connsiteX4" fmla="*/ 4404 w 9856"/>
              <a:gd name="connsiteY4" fmla="*/ 11 h 8090"/>
              <a:gd name="connsiteX0" fmla="*/ 4468 w 10000"/>
              <a:gd name="connsiteY0" fmla="*/ 0 h 10026"/>
              <a:gd name="connsiteX1" fmla="*/ 10000 w 10000"/>
              <a:gd name="connsiteY1" fmla="*/ 26 h 10026"/>
              <a:gd name="connsiteX2" fmla="*/ 5406 w 10000"/>
              <a:gd name="connsiteY2" fmla="*/ 10026 h 10026"/>
              <a:gd name="connsiteX3" fmla="*/ 0 w 10000"/>
              <a:gd name="connsiteY3" fmla="*/ 10026 h 10026"/>
              <a:gd name="connsiteX4" fmla="*/ 4468 w 10000"/>
              <a:gd name="connsiteY4" fmla="*/ 0 h 10026"/>
              <a:gd name="connsiteX0" fmla="*/ 4468 w 10061"/>
              <a:gd name="connsiteY0" fmla="*/ 0 h 10026"/>
              <a:gd name="connsiteX1" fmla="*/ 10061 w 10061"/>
              <a:gd name="connsiteY1" fmla="*/ 11 h 10026"/>
              <a:gd name="connsiteX2" fmla="*/ 5406 w 10061"/>
              <a:gd name="connsiteY2" fmla="*/ 10026 h 10026"/>
              <a:gd name="connsiteX3" fmla="*/ 0 w 10061"/>
              <a:gd name="connsiteY3" fmla="*/ 10026 h 10026"/>
              <a:gd name="connsiteX4" fmla="*/ 4468 w 10061"/>
              <a:gd name="connsiteY4" fmla="*/ 0 h 10026"/>
              <a:gd name="connsiteX0" fmla="*/ 4468 w 9951"/>
              <a:gd name="connsiteY0" fmla="*/ 0 h 10026"/>
              <a:gd name="connsiteX1" fmla="*/ 9951 w 9951"/>
              <a:gd name="connsiteY1" fmla="*/ 11 h 10026"/>
              <a:gd name="connsiteX2" fmla="*/ 5406 w 9951"/>
              <a:gd name="connsiteY2" fmla="*/ 10026 h 10026"/>
              <a:gd name="connsiteX3" fmla="*/ 0 w 9951"/>
              <a:gd name="connsiteY3" fmla="*/ 10026 h 10026"/>
              <a:gd name="connsiteX4" fmla="*/ 4468 w 9951"/>
              <a:gd name="connsiteY4" fmla="*/ 0 h 10026"/>
              <a:gd name="connsiteX0" fmla="*/ 4490 w 10000"/>
              <a:gd name="connsiteY0" fmla="*/ 0 h 10000"/>
              <a:gd name="connsiteX1" fmla="*/ 10000 w 10000"/>
              <a:gd name="connsiteY1" fmla="*/ 11 h 10000"/>
              <a:gd name="connsiteX2" fmla="*/ 5445 w 10000"/>
              <a:gd name="connsiteY2" fmla="*/ 10000 h 10000"/>
              <a:gd name="connsiteX3" fmla="*/ 0 w 10000"/>
              <a:gd name="connsiteY3" fmla="*/ 10000 h 10000"/>
              <a:gd name="connsiteX4" fmla="*/ 449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4490" y="0"/>
                </a:moveTo>
                <a:lnTo>
                  <a:pt x="10000" y="11"/>
                </a:lnTo>
                <a:lnTo>
                  <a:pt x="5445" y="10000"/>
                </a:lnTo>
                <a:lnTo>
                  <a:pt x="0" y="10000"/>
                </a:lnTo>
                <a:lnTo>
                  <a:pt x="4490" y="0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altLang="zh-CN" noProof="1"/>
          </a:p>
          <a:p>
            <a:endParaRPr lang="en-US" altLang="zh-CN" noProof="1"/>
          </a:p>
          <a:p>
            <a:endParaRPr lang="en-US" altLang="zh-CN" noProof="1"/>
          </a:p>
          <a:p>
            <a:r>
              <a:rPr lang="en-US" altLang="zh-CN" noProof="1"/>
              <a:t>Click icon to add picture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 hasCustomPrompt="1"/>
          </p:nvPr>
        </p:nvSpPr>
        <p:spPr>
          <a:xfrm>
            <a:off x="395288" y="4659313"/>
            <a:ext cx="1440408" cy="217487"/>
          </a:xfrm>
        </p:spPr>
        <p:txBody>
          <a:bodyPr lIns="0" rIns="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</a:defRPr>
            </a:lvl1pPr>
            <a:lvl2pPr marL="342900" indent="0">
              <a:buNone/>
              <a:defRPr sz="1200">
                <a:latin typeface="+mj-ea"/>
                <a:ea typeface="+mj-ea"/>
              </a:defRPr>
            </a:lvl2pPr>
            <a:lvl3pPr marL="685800" indent="0">
              <a:buNone/>
              <a:defRPr sz="1200">
                <a:latin typeface="+mj-ea"/>
                <a:ea typeface="+mj-ea"/>
              </a:defRPr>
            </a:lvl3pPr>
            <a:lvl4pPr marL="1028700" indent="0">
              <a:buNone/>
              <a:defRPr sz="1200">
                <a:latin typeface="+mj-ea"/>
                <a:ea typeface="+mj-ea"/>
              </a:defRPr>
            </a:lvl4pPr>
            <a:lvl5pPr marL="1371600" indent="0">
              <a:buNone/>
              <a:defRPr sz="1200"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F57E8A-2AF6-42C5-91E7-86761FE4C2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2373" y="4320806"/>
            <a:ext cx="1051560" cy="67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72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6">
            <a:extLst>
              <a:ext uri="{FF2B5EF4-FFF2-40B4-BE49-F238E27FC236}">
                <a16:creationId xmlns:a16="http://schemas.microsoft.com/office/drawing/2014/main" id="{3AE5CC12-D877-4F5E-A25E-AAB286BDB59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F02E88-9EB1-4C2C-A65B-50ED696D17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2373" y="4320806"/>
            <a:ext cx="1051560" cy="677014"/>
          </a:xfrm>
          <a:prstGeom prst="rect">
            <a:avLst/>
          </a:prstGeom>
        </p:spPr>
      </p:pic>
      <p:pic>
        <p:nvPicPr>
          <p:cNvPr id="22" name="图片 18">
            <a:extLst>
              <a:ext uri="{FF2B5EF4-FFF2-40B4-BE49-F238E27FC236}">
                <a16:creationId xmlns:a16="http://schemas.microsoft.com/office/drawing/2014/main" id="{BD0C40A3-7D01-4D06-B065-FBFCB5DE95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8500" y="942975"/>
            <a:ext cx="18161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5873E0F-370E-4053-8AAC-0A7971B1F1EF}"/>
              </a:ext>
            </a:extLst>
          </p:cNvPr>
          <p:cNvCxnSpPr/>
          <p:nvPr userDrawn="1"/>
        </p:nvCxnSpPr>
        <p:spPr>
          <a:xfrm>
            <a:off x="3011488" y="1504950"/>
            <a:ext cx="538321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55444A3F-768E-4A85-9159-03D46D803D87}"/>
              </a:ext>
            </a:extLst>
          </p:cNvPr>
          <p:cNvCxnSpPr/>
          <p:nvPr userDrawn="1"/>
        </p:nvCxnSpPr>
        <p:spPr>
          <a:xfrm>
            <a:off x="3011488" y="2218267"/>
            <a:ext cx="538321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4DB13509-16C3-44C9-A781-211547E5A050}"/>
              </a:ext>
            </a:extLst>
          </p:cNvPr>
          <p:cNvCxnSpPr/>
          <p:nvPr userDrawn="1"/>
        </p:nvCxnSpPr>
        <p:spPr>
          <a:xfrm>
            <a:off x="3011488" y="2931584"/>
            <a:ext cx="538321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5C8B7D8-6D2C-4737-BF87-CC9A69C55E7F}"/>
              </a:ext>
            </a:extLst>
          </p:cNvPr>
          <p:cNvCxnSpPr/>
          <p:nvPr userDrawn="1"/>
        </p:nvCxnSpPr>
        <p:spPr>
          <a:xfrm>
            <a:off x="3011488" y="3644900"/>
            <a:ext cx="538321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占位符 55"/>
          <p:cNvSpPr>
            <a:spLocks noGrp="1"/>
          </p:cNvSpPr>
          <p:nvPr>
            <p:ph type="body" sz="quarter" idx="28" hasCustomPrompt="1"/>
          </p:nvPr>
        </p:nvSpPr>
        <p:spPr>
          <a:xfrm>
            <a:off x="3380474" y="934397"/>
            <a:ext cx="2309812" cy="511175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1100" baseline="0">
                <a:latin typeface="+mj-lt"/>
                <a:ea typeface="+mj-ea"/>
              </a:defRPr>
            </a:lvl1pPr>
          </a:lstStyle>
          <a:p>
            <a:pPr lvl="0"/>
            <a:r>
              <a:rPr lang="en-US" altLang="zh-CN" noProof="1"/>
              <a:t>Click</a:t>
            </a:r>
            <a:r>
              <a:rPr lang="zh-CN" altLang="en-US" noProof="1"/>
              <a:t> </a:t>
            </a:r>
            <a:r>
              <a:rPr lang="en-US" altLang="zh-CN" noProof="1"/>
              <a:t>to add text, Arial, 11pt</a:t>
            </a:r>
            <a:endParaRPr lang="zh-CN" altLang="en-US" noProof="1"/>
          </a:p>
        </p:txBody>
      </p:sp>
      <p:sp>
        <p:nvSpPr>
          <p:cNvPr id="59" name="文本占位符 55"/>
          <p:cNvSpPr>
            <a:spLocks noGrp="1"/>
          </p:cNvSpPr>
          <p:nvPr>
            <p:ph type="body" sz="quarter" idx="29" hasCustomPrompt="1"/>
          </p:nvPr>
        </p:nvSpPr>
        <p:spPr>
          <a:xfrm>
            <a:off x="6258006" y="934397"/>
            <a:ext cx="2309812" cy="511175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1100" baseline="0">
                <a:latin typeface="+mj-lt"/>
                <a:ea typeface="+mj-ea"/>
              </a:defRPr>
            </a:lvl1pPr>
          </a:lstStyle>
          <a:p>
            <a:pPr lvl="0"/>
            <a:r>
              <a:rPr lang="en-US" altLang="zh-CN" noProof="1"/>
              <a:t>Click</a:t>
            </a:r>
            <a:r>
              <a:rPr lang="zh-CN" altLang="en-US" noProof="1"/>
              <a:t> </a:t>
            </a:r>
            <a:r>
              <a:rPr lang="en-US" altLang="zh-CN" noProof="1"/>
              <a:t>to add text, Arial, 11pt</a:t>
            </a:r>
            <a:endParaRPr lang="zh-CN" altLang="en-US" noProof="1"/>
          </a:p>
        </p:txBody>
      </p:sp>
      <p:sp>
        <p:nvSpPr>
          <p:cNvPr id="62" name="文本占位符 55"/>
          <p:cNvSpPr>
            <a:spLocks noGrp="1"/>
          </p:cNvSpPr>
          <p:nvPr>
            <p:ph type="body" sz="quarter" idx="30" hasCustomPrompt="1"/>
          </p:nvPr>
        </p:nvSpPr>
        <p:spPr>
          <a:xfrm>
            <a:off x="3380474" y="1650372"/>
            <a:ext cx="2309812" cy="511175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1100" baseline="0">
                <a:latin typeface="+mj-lt"/>
                <a:ea typeface="+mj-ea"/>
              </a:defRPr>
            </a:lvl1pPr>
          </a:lstStyle>
          <a:p>
            <a:pPr lvl="0"/>
            <a:r>
              <a:rPr lang="en-US" altLang="zh-CN" noProof="1"/>
              <a:t>Click</a:t>
            </a:r>
            <a:r>
              <a:rPr lang="zh-CN" altLang="en-US" noProof="1"/>
              <a:t> </a:t>
            </a:r>
            <a:r>
              <a:rPr lang="en-US" altLang="zh-CN" noProof="1"/>
              <a:t>to add text, Arial, 11pt</a:t>
            </a:r>
            <a:endParaRPr lang="zh-CN" altLang="en-US" noProof="1"/>
          </a:p>
        </p:txBody>
      </p:sp>
      <p:sp>
        <p:nvSpPr>
          <p:cNvPr id="63" name="文本占位符 55"/>
          <p:cNvSpPr>
            <a:spLocks noGrp="1"/>
          </p:cNvSpPr>
          <p:nvPr>
            <p:ph type="body" sz="quarter" idx="31" hasCustomPrompt="1"/>
          </p:nvPr>
        </p:nvSpPr>
        <p:spPr>
          <a:xfrm>
            <a:off x="6258006" y="1650372"/>
            <a:ext cx="2309812" cy="511175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1100" baseline="0">
                <a:latin typeface="+mj-lt"/>
                <a:ea typeface="+mj-ea"/>
              </a:defRPr>
            </a:lvl1pPr>
          </a:lstStyle>
          <a:p>
            <a:pPr lvl="0"/>
            <a:r>
              <a:rPr lang="en-US" altLang="zh-CN" noProof="1"/>
              <a:t>Click</a:t>
            </a:r>
            <a:r>
              <a:rPr lang="zh-CN" altLang="en-US" noProof="1"/>
              <a:t> </a:t>
            </a:r>
            <a:r>
              <a:rPr lang="en-US" altLang="zh-CN" noProof="1"/>
              <a:t>to add text, Arial, 11pt</a:t>
            </a:r>
            <a:endParaRPr lang="zh-CN" altLang="en-US" noProof="1"/>
          </a:p>
        </p:txBody>
      </p:sp>
      <p:sp>
        <p:nvSpPr>
          <p:cNvPr id="66" name="文本占位符 55"/>
          <p:cNvSpPr>
            <a:spLocks noGrp="1"/>
          </p:cNvSpPr>
          <p:nvPr>
            <p:ph type="body" sz="quarter" idx="32" hasCustomPrompt="1"/>
          </p:nvPr>
        </p:nvSpPr>
        <p:spPr>
          <a:xfrm>
            <a:off x="3380474" y="2366347"/>
            <a:ext cx="2309812" cy="511175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1100" baseline="0">
                <a:latin typeface="+mj-lt"/>
                <a:ea typeface="+mj-ea"/>
              </a:defRPr>
            </a:lvl1pPr>
          </a:lstStyle>
          <a:p>
            <a:pPr lvl="0"/>
            <a:r>
              <a:rPr lang="en-US" altLang="zh-CN" noProof="1"/>
              <a:t>Click</a:t>
            </a:r>
            <a:r>
              <a:rPr lang="zh-CN" altLang="en-US" noProof="1"/>
              <a:t> </a:t>
            </a:r>
            <a:r>
              <a:rPr lang="en-US" altLang="zh-CN" noProof="1"/>
              <a:t>to add text, Arial, 11pt</a:t>
            </a:r>
            <a:endParaRPr lang="zh-CN" altLang="en-US" noProof="1"/>
          </a:p>
        </p:txBody>
      </p:sp>
      <p:sp>
        <p:nvSpPr>
          <p:cNvPr id="67" name="文本占位符 55"/>
          <p:cNvSpPr>
            <a:spLocks noGrp="1"/>
          </p:cNvSpPr>
          <p:nvPr>
            <p:ph type="body" sz="quarter" idx="33" hasCustomPrompt="1"/>
          </p:nvPr>
        </p:nvSpPr>
        <p:spPr>
          <a:xfrm>
            <a:off x="6258006" y="2366347"/>
            <a:ext cx="2309812" cy="511175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1100" baseline="0">
                <a:latin typeface="+mj-lt"/>
                <a:ea typeface="+mj-ea"/>
              </a:defRPr>
            </a:lvl1pPr>
          </a:lstStyle>
          <a:p>
            <a:pPr lvl="0"/>
            <a:r>
              <a:rPr lang="en-US" altLang="zh-CN" noProof="1"/>
              <a:t>Click</a:t>
            </a:r>
            <a:r>
              <a:rPr lang="zh-CN" altLang="en-US" noProof="1"/>
              <a:t> </a:t>
            </a:r>
            <a:r>
              <a:rPr lang="en-US" altLang="zh-CN" noProof="1"/>
              <a:t>to add text, Arial, 11pt</a:t>
            </a:r>
            <a:endParaRPr lang="zh-CN" altLang="en-US" noProof="1"/>
          </a:p>
        </p:txBody>
      </p:sp>
      <p:sp>
        <p:nvSpPr>
          <p:cNvPr id="70" name="文本占位符 55"/>
          <p:cNvSpPr>
            <a:spLocks noGrp="1"/>
          </p:cNvSpPr>
          <p:nvPr>
            <p:ph type="body" sz="quarter" idx="34" hasCustomPrompt="1"/>
          </p:nvPr>
        </p:nvSpPr>
        <p:spPr>
          <a:xfrm>
            <a:off x="3380474" y="3082322"/>
            <a:ext cx="2309812" cy="511175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1100" baseline="0">
                <a:latin typeface="+mj-lt"/>
                <a:ea typeface="+mj-ea"/>
              </a:defRPr>
            </a:lvl1pPr>
          </a:lstStyle>
          <a:p>
            <a:pPr lvl="0"/>
            <a:r>
              <a:rPr lang="en-US" altLang="zh-CN" noProof="1"/>
              <a:t>Click</a:t>
            </a:r>
            <a:r>
              <a:rPr lang="zh-CN" altLang="en-US" noProof="1"/>
              <a:t> </a:t>
            </a:r>
            <a:r>
              <a:rPr lang="en-US" altLang="zh-CN" noProof="1"/>
              <a:t>to add text, Arial, 11pt</a:t>
            </a:r>
            <a:endParaRPr lang="zh-CN" altLang="en-US" noProof="1"/>
          </a:p>
        </p:txBody>
      </p:sp>
      <p:sp>
        <p:nvSpPr>
          <p:cNvPr id="71" name="文本占位符 55"/>
          <p:cNvSpPr>
            <a:spLocks noGrp="1"/>
          </p:cNvSpPr>
          <p:nvPr>
            <p:ph type="body" sz="quarter" idx="35" hasCustomPrompt="1"/>
          </p:nvPr>
        </p:nvSpPr>
        <p:spPr>
          <a:xfrm>
            <a:off x="6258006" y="3082322"/>
            <a:ext cx="2309812" cy="511175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1100" baseline="0">
                <a:latin typeface="+mj-lt"/>
                <a:ea typeface="+mj-ea"/>
              </a:defRPr>
            </a:lvl1pPr>
          </a:lstStyle>
          <a:p>
            <a:pPr lvl="0"/>
            <a:r>
              <a:rPr lang="en-US" altLang="zh-CN" noProof="1"/>
              <a:t>Click</a:t>
            </a:r>
            <a:r>
              <a:rPr lang="zh-CN" altLang="en-US" noProof="1"/>
              <a:t> </a:t>
            </a:r>
            <a:r>
              <a:rPr lang="en-US" altLang="zh-CN" noProof="1"/>
              <a:t>to add text, Arial, 11pt</a:t>
            </a:r>
            <a:endParaRPr lang="zh-CN" altLang="en-US" noProof="1"/>
          </a:p>
        </p:txBody>
      </p:sp>
      <p:sp>
        <p:nvSpPr>
          <p:cNvPr id="73" name="文本占位符 55"/>
          <p:cNvSpPr>
            <a:spLocks noGrp="1"/>
          </p:cNvSpPr>
          <p:nvPr>
            <p:ph type="body" sz="quarter" idx="36" hasCustomPrompt="1"/>
          </p:nvPr>
        </p:nvSpPr>
        <p:spPr>
          <a:xfrm>
            <a:off x="3380474" y="3798295"/>
            <a:ext cx="2309812" cy="511175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1100" baseline="0">
                <a:latin typeface="+mj-lt"/>
                <a:ea typeface="+mj-ea"/>
              </a:defRPr>
            </a:lvl1pPr>
          </a:lstStyle>
          <a:p>
            <a:pPr lvl="0"/>
            <a:r>
              <a:rPr lang="en-US" altLang="zh-CN" noProof="1"/>
              <a:t>Click</a:t>
            </a:r>
            <a:r>
              <a:rPr lang="zh-CN" altLang="en-US" noProof="1"/>
              <a:t> </a:t>
            </a:r>
            <a:r>
              <a:rPr lang="en-US" altLang="zh-CN" noProof="1"/>
              <a:t>to add text, Arial, 11pt</a:t>
            </a:r>
            <a:endParaRPr lang="zh-CN" altLang="en-US" noProof="1"/>
          </a:p>
        </p:txBody>
      </p:sp>
      <p:sp>
        <p:nvSpPr>
          <p:cNvPr id="38" name="文本占位符 2"/>
          <p:cNvSpPr>
            <a:spLocks noGrp="1"/>
          </p:cNvSpPr>
          <p:nvPr>
            <p:ph type="body" sz="quarter" idx="37" hasCustomPrompt="1"/>
          </p:nvPr>
        </p:nvSpPr>
        <p:spPr>
          <a:xfrm>
            <a:off x="2951789" y="1003300"/>
            <a:ext cx="433388" cy="368300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 noProof="1"/>
              <a:t>01</a:t>
            </a:r>
            <a:endParaRPr lang="zh-CN" altLang="en-US" noProof="1"/>
          </a:p>
        </p:txBody>
      </p:sp>
      <p:sp>
        <p:nvSpPr>
          <p:cNvPr id="40" name="文本占位符 2"/>
          <p:cNvSpPr>
            <a:spLocks noGrp="1"/>
          </p:cNvSpPr>
          <p:nvPr>
            <p:ph type="body" sz="quarter" idx="38" hasCustomPrompt="1"/>
          </p:nvPr>
        </p:nvSpPr>
        <p:spPr>
          <a:xfrm>
            <a:off x="5824272" y="1003300"/>
            <a:ext cx="433388" cy="368300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 noProof="1"/>
              <a:t>06</a:t>
            </a:r>
            <a:endParaRPr lang="zh-CN" altLang="en-US" noProof="1"/>
          </a:p>
        </p:txBody>
      </p:sp>
      <p:sp>
        <p:nvSpPr>
          <p:cNvPr id="60" name="文本占位符 2"/>
          <p:cNvSpPr>
            <a:spLocks noGrp="1"/>
          </p:cNvSpPr>
          <p:nvPr>
            <p:ph type="body" sz="quarter" idx="39" hasCustomPrompt="1"/>
          </p:nvPr>
        </p:nvSpPr>
        <p:spPr>
          <a:xfrm>
            <a:off x="2951789" y="1719908"/>
            <a:ext cx="433388" cy="368300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 noProof="1"/>
              <a:t>02</a:t>
            </a:r>
            <a:endParaRPr lang="zh-CN" altLang="en-US" noProof="1"/>
          </a:p>
        </p:txBody>
      </p:sp>
      <p:sp>
        <p:nvSpPr>
          <p:cNvPr id="61" name="文本占位符 2"/>
          <p:cNvSpPr>
            <a:spLocks noGrp="1"/>
          </p:cNvSpPr>
          <p:nvPr>
            <p:ph type="body" sz="quarter" idx="40" hasCustomPrompt="1"/>
          </p:nvPr>
        </p:nvSpPr>
        <p:spPr>
          <a:xfrm>
            <a:off x="5824272" y="1719908"/>
            <a:ext cx="433388" cy="368300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 noProof="1"/>
              <a:t>07</a:t>
            </a:r>
            <a:endParaRPr lang="zh-CN" altLang="en-US" noProof="1"/>
          </a:p>
        </p:txBody>
      </p:sp>
      <p:sp>
        <p:nvSpPr>
          <p:cNvPr id="64" name="文本占位符 2"/>
          <p:cNvSpPr>
            <a:spLocks noGrp="1"/>
          </p:cNvSpPr>
          <p:nvPr>
            <p:ph type="body" sz="quarter" idx="41" hasCustomPrompt="1"/>
          </p:nvPr>
        </p:nvSpPr>
        <p:spPr>
          <a:xfrm>
            <a:off x="2951789" y="2436516"/>
            <a:ext cx="433388" cy="368300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 noProof="1"/>
              <a:t>03</a:t>
            </a:r>
            <a:endParaRPr lang="zh-CN" altLang="en-US" noProof="1"/>
          </a:p>
        </p:txBody>
      </p:sp>
      <p:sp>
        <p:nvSpPr>
          <p:cNvPr id="65" name="文本占位符 2"/>
          <p:cNvSpPr>
            <a:spLocks noGrp="1"/>
          </p:cNvSpPr>
          <p:nvPr>
            <p:ph type="body" sz="quarter" idx="42" hasCustomPrompt="1"/>
          </p:nvPr>
        </p:nvSpPr>
        <p:spPr>
          <a:xfrm>
            <a:off x="5824272" y="2436516"/>
            <a:ext cx="433388" cy="368300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 noProof="1"/>
              <a:t>08</a:t>
            </a:r>
            <a:endParaRPr lang="zh-CN" altLang="en-US" noProof="1"/>
          </a:p>
        </p:txBody>
      </p:sp>
      <p:sp>
        <p:nvSpPr>
          <p:cNvPr id="68" name="文本占位符 2"/>
          <p:cNvSpPr>
            <a:spLocks noGrp="1"/>
          </p:cNvSpPr>
          <p:nvPr>
            <p:ph type="body" sz="quarter" idx="43" hasCustomPrompt="1"/>
          </p:nvPr>
        </p:nvSpPr>
        <p:spPr>
          <a:xfrm>
            <a:off x="2951789" y="3153124"/>
            <a:ext cx="433388" cy="368300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 noProof="1"/>
              <a:t>04</a:t>
            </a:r>
            <a:endParaRPr lang="zh-CN" altLang="en-US" noProof="1"/>
          </a:p>
        </p:txBody>
      </p:sp>
      <p:sp>
        <p:nvSpPr>
          <p:cNvPr id="69" name="文本占位符 2"/>
          <p:cNvSpPr>
            <a:spLocks noGrp="1"/>
          </p:cNvSpPr>
          <p:nvPr>
            <p:ph type="body" sz="quarter" idx="44" hasCustomPrompt="1"/>
          </p:nvPr>
        </p:nvSpPr>
        <p:spPr>
          <a:xfrm>
            <a:off x="5824272" y="3153124"/>
            <a:ext cx="433388" cy="368300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 noProof="1"/>
              <a:t>09</a:t>
            </a:r>
            <a:endParaRPr lang="zh-CN" altLang="en-US" noProof="1"/>
          </a:p>
        </p:txBody>
      </p:sp>
      <p:sp>
        <p:nvSpPr>
          <p:cNvPr id="72" name="文本占位符 2"/>
          <p:cNvSpPr>
            <a:spLocks noGrp="1"/>
          </p:cNvSpPr>
          <p:nvPr>
            <p:ph type="body" sz="quarter" idx="45" hasCustomPrompt="1"/>
          </p:nvPr>
        </p:nvSpPr>
        <p:spPr>
          <a:xfrm>
            <a:off x="2951789" y="3869733"/>
            <a:ext cx="433388" cy="368300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 noProof="1"/>
              <a:t>05</a:t>
            </a:r>
            <a:endParaRPr lang="zh-CN" altLang="en-US" noProof="1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5BBE75-7F9C-49E2-BA34-C03478A6989D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/>
          <a:p>
            <a:r>
              <a:rPr lang="zh-CN" altLang="en-US"/>
              <a:t>SF Supply Chain</a:t>
            </a:r>
          </a:p>
        </p:txBody>
      </p:sp>
    </p:spTree>
    <p:extLst>
      <p:ext uri="{BB962C8B-B14F-4D97-AF65-F5344CB8AC3E}">
        <p14:creationId xmlns:p14="http://schemas.microsoft.com/office/powerpoint/2010/main" val="4270465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图片占位符 31"/>
          <p:cNvSpPr>
            <a:spLocks noGrp="1"/>
          </p:cNvSpPr>
          <p:nvPr>
            <p:ph type="pic" sz="quarter" idx="10"/>
          </p:nvPr>
        </p:nvSpPr>
        <p:spPr>
          <a:xfrm>
            <a:off x="1341120" y="0"/>
            <a:ext cx="7802880" cy="5143500"/>
          </a:xfrm>
          <a:custGeom>
            <a:avLst/>
            <a:gdLst>
              <a:gd name="connsiteX0" fmla="*/ 2861855 w 7802880"/>
              <a:gd name="connsiteY0" fmla="*/ 0 h 5143500"/>
              <a:gd name="connsiteX1" fmla="*/ 7802880 w 7802880"/>
              <a:gd name="connsiteY1" fmla="*/ 0 h 5143500"/>
              <a:gd name="connsiteX2" fmla="*/ 4960620 w 7802880"/>
              <a:gd name="connsiteY2" fmla="*/ 5143500 h 5143500"/>
              <a:gd name="connsiteX3" fmla="*/ 0 w 7802880"/>
              <a:gd name="connsiteY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02880" h="5143500">
                <a:moveTo>
                  <a:pt x="2861855" y="0"/>
                </a:moveTo>
                <a:lnTo>
                  <a:pt x="7802880" y="0"/>
                </a:lnTo>
                <a:lnTo>
                  <a:pt x="4960620" y="5143500"/>
                </a:lnTo>
                <a:lnTo>
                  <a:pt x="0" y="5143500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altLang="zh-CN" noProof="1"/>
          </a:p>
          <a:p>
            <a:endParaRPr lang="en-US" altLang="zh-CN" noProof="1"/>
          </a:p>
          <a:p>
            <a:r>
              <a:rPr lang="en-US" altLang="zh-CN" noProof="1"/>
              <a:t>Click icon to add picture</a:t>
            </a:r>
            <a:endParaRPr lang="zh-CN" altLang="en-US" noProof="1"/>
          </a:p>
        </p:txBody>
      </p:sp>
      <p:sp>
        <p:nvSpPr>
          <p:cNvPr id="5" name="直角三角形 4">
            <a:extLst>
              <a:ext uri="{FF2B5EF4-FFF2-40B4-BE49-F238E27FC236}">
                <a16:creationId xmlns:a16="http://schemas.microsoft.com/office/drawing/2014/main" id="{5508745F-F7D6-434A-9842-0F79E1D0F7BB}"/>
              </a:ext>
            </a:extLst>
          </p:cNvPr>
          <p:cNvSpPr/>
          <p:nvPr userDrawn="1"/>
        </p:nvSpPr>
        <p:spPr>
          <a:xfrm flipH="1">
            <a:off x="8393113" y="3810000"/>
            <a:ext cx="752475" cy="1333500"/>
          </a:xfrm>
          <a:prstGeom prst="rt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页脚占位符 6">
            <a:extLst>
              <a:ext uri="{FF2B5EF4-FFF2-40B4-BE49-F238E27FC236}">
                <a16:creationId xmlns:a16="http://schemas.microsoft.com/office/drawing/2014/main" id="{DB4F98FB-B9FE-4310-9E3E-A4B6851C7EC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96000" y="4796127"/>
            <a:ext cx="3086100" cy="274637"/>
          </a:xfrm>
        </p:spPr>
        <p:txBody>
          <a:bodyPr/>
          <a:lstStyle/>
          <a:p>
            <a:r>
              <a:rPr lang="zh-CN" altLang="en-US" dirty="0"/>
              <a:t>SF Supply Chain</a:t>
            </a: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97EA18B2-A114-49DD-BC8D-A39164E07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000" y="4796127"/>
            <a:ext cx="414958" cy="274637"/>
          </a:xfrm>
        </p:spPr>
        <p:txBody>
          <a:bodyPr/>
          <a:lstStyle/>
          <a:p>
            <a:fld id="{3B2D111B-86A0-40B5-B89D-D1436399FC8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3" name="标题 1"/>
          <p:cNvSpPr>
            <a:spLocks noGrp="1"/>
          </p:cNvSpPr>
          <p:nvPr>
            <p:ph type="ctrTitle" hasCustomPrompt="1"/>
          </p:nvPr>
        </p:nvSpPr>
        <p:spPr>
          <a:xfrm>
            <a:off x="360000" y="1144270"/>
            <a:ext cx="3884295" cy="1043940"/>
          </a:xfrm>
        </p:spPr>
        <p:txBody>
          <a:bodyPr>
            <a:noAutofit/>
          </a:bodyPr>
          <a:lstStyle>
            <a:lvl1pPr algn="l"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zh-CN" noProof="1"/>
              <a:t>Click to add title, Arial, 30 pt</a:t>
            </a:r>
            <a:endParaRPr lang="zh-CN" altLang="en-US" noProof="1"/>
          </a:p>
        </p:txBody>
      </p:sp>
      <p:sp>
        <p:nvSpPr>
          <p:cNvPr id="14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60000" y="2269249"/>
            <a:ext cx="3884400" cy="339332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altLang="zh-CN" noProof="1"/>
              <a:t>Click to add subtitle,</a:t>
            </a:r>
            <a:r>
              <a:rPr lang="zh-CN" altLang="en-US" noProof="1"/>
              <a:t> </a:t>
            </a:r>
            <a:r>
              <a:rPr lang="en-US" altLang="zh-CN" noProof="1"/>
              <a:t>Arial,</a:t>
            </a:r>
            <a:r>
              <a:rPr lang="zh-CN" altLang="en-US" noProof="1"/>
              <a:t> </a:t>
            </a:r>
            <a:r>
              <a:rPr lang="en-US" altLang="zh-CN" noProof="1"/>
              <a:t>16 pt</a:t>
            </a:r>
          </a:p>
        </p:txBody>
      </p:sp>
    </p:spTree>
    <p:extLst>
      <p:ext uri="{BB962C8B-B14F-4D97-AF65-F5344CB8AC3E}">
        <p14:creationId xmlns:p14="http://schemas.microsoft.com/office/powerpoint/2010/main" val="177672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标题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2" descr="标题页">
            <a:extLst>
              <a:ext uri="{FF2B5EF4-FFF2-40B4-BE49-F238E27FC236}">
                <a16:creationId xmlns:a16="http://schemas.microsoft.com/office/drawing/2014/main" id="{E44CEF64-EEE2-49FE-88E4-DDFA97265F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直角三角形 4">
            <a:extLst>
              <a:ext uri="{FF2B5EF4-FFF2-40B4-BE49-F238E27FC236}">
                <a16:creationId xmlns:a16="http://schemas.microsoft.com/office/drawing/2014/main" id="{3BE61F35-332C-4021-8B5C-FA34E9AA1025}"/>
              </a:ext>
            </a:extLst>
          </p:cNvPr>
          <p:cNvSpPr/>
          <p:nvPr userDrawn="1"/>
        </p:nvSpPr>
        <p:spPr>
          <a:xfrm flipH="1">
            <a:off x="8393113" y="3810000"/>
            <a:ext cx="752475" cy="1333500"/>
          </a:xfrm>
          <a:prstGeom prst="rt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07537" y="190500"/>
            <a:ext cx="6311900" cy="439420"/>
          </a:xfrm>
        </p:spPr>
        <p:txBody>
          <a:bodyPr lIns="0">
            <a:no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en-US" altLang="zh-CN" noProof="1">
                <a:sym typeface="+mn-ea"/>
              </a:rPr>
              <a:t>Click to add title, </a:t>
            </a:r>
            <a:r>
              <a:rPr lang="zh-CN" altLang="en-US" noProof="1">
                <a:sym typeface="+mn-ea"/>
              </a:rPr>
              <a:t>A</a:t>
            </a:r>
            <a:r>
              <a:rPr lang="en-US" altLang="zh-CN" noProof="1">
                <a:sym typeface="+mn-ea"/>
              </a:rPr>
              <a:t>rial Bold,</a:t>
            </a:r>
            <a:r>
              <a:rPr lang="zh-CN" altLang="en-US" noProof="1">
                <a:sym typeface="+mn-ea"/>
              </a:rPr>
              <a:t> </a:t>
            </a:r>
            <a:r>
              <a:rPr lang="en-US" altLang="zh-CN" noProof="1">
                <a:sym typeface="+mn-ea"/>
              </a:rPr>
              <a:t>22pt</a:t>
            </a:r>
            <a:r>
              <a:rPr lang="zh-CN" altLang="en-US" noProof="1">
                <a:sym typeface="+mn-ea"/>
              </a:rPr>
              <a:t> </a:t>
            </a:r>
            <a:endParaRPr lang="zh-CN" altLang="en-US" noProof="1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747E3A-95BF-4FE8-82F5-2DAB4125D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111B-86A0-40B5-B89D-D1436399FC8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C1253952-06E6-4458-8B81-B11ED06EA4A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96000" y="4796127"/>
            <a:ext cx="3086100" cy="274637"/>
          </a:xfrm>
        </p:spPr>
        <p:txBody>
          <a:bodyPr/>
          <a:lstStyle/>
          <a:p>
            <a:r>
              <a:rPr lang="zh-CN" altLang="en-US"/>
              <a:t>SF Supply Chain</a:t>
            </a:r>
          </a:p>
        </p:txBody>
      </p:sp>
    </p:spTree>
    <p:extLst>
      <p:ext uri="{BB962C8B-B14F-4D97-AF65-F5344CB8AC3E}">
        <p14:creationId xmlns:p14="http://schemas.microsoft.com/office/powerpoint/2010/main" val="808652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标题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2" descr="标题页">
            <a:extLst>
              <a:ext uri="{FF2B5EF4-FFF2-40B4-BE49-F238E27FC236}">
                <a16:creationId xmlns:a16="http://schemas.microsoft.com/office/drawing/2014/main" id="{E44CEF64-EEE2-49FE-88E4-DDFA97265F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直角三角形 4">
            <a:extLst>
              <a:ext uri="{FF2B5EF4-FFF2-40B4-BE49-F238E27FC236}">
                <a16:creationId xmlns:a16="http://schemas.microsoft.com/office/drawing/2014/main" id="{3BE61F35-332C-4021-8B5C-FA34E9AA1025}"/>
              </a:ext>
            </a:extLst>
          </p:cNvPr>
          <p:cNvSpPr/>
          <p:nvPr userDrawn="1"/>
        </p:nvSpPr>
        <p:spPr>
          <a:xfrm flipH="1">
            <a:off x="8393113" y="3810000"/>
            <a:ext cx="752475" cy="1333500"/>
          </a:xfrm>
          <a:prstGeom prst="rt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07537" y="190500"/>
            <a:ext cx="6311900" cy="439420"/>
          </a:xfrm>
        </p:spPr>
        <p:txBody>
          <a:bodyPr lIns="0">
            <a:no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en-US" altLang="zh-CN" noProof="1">
                <a:sym typeface="+mn-ea"/>
              </a:rPr>
              <a:t>Click to add title, </a:t>
            </a:r>
            <a:r>
              <a:rPr lang="zh-CN" altLang="en-US" noProof="1">
                <a:sym typeface="+mn-ea"/>
              </a:rPr>
              <a:t>A</a:t>
            </a:r>
            <a:r>
              <a:rPr lang="en-US" altLang="zh-CN" noProof="1">
                <a:sym typeface="+mn-ea"/>
              </a:rPr>
              <a:t>rial Bold,</a:t>
            </a:r>
            <a:r>
              <a:rPr lang="zh-CN" altLang="en-US" noProof="1">
                <a:sym typeface="+mn-ea"/>
              </a:rPr>
              <a:t> </a:t>
            </a:r>
            <a:r>
              <a:rPr lang="en-US" altLang="zh-CN" noProof="1">
                <a:sym typeface="+mn-ea"/>
              </a:rPr>
              <a:t>22pt</a:t>
            </a:r>
            <a:r>
              <a:rPr lang="zh-CN" altLang="en-US" noProof="1">
                <a:sym typeface="+mn-ea"/>
              </a:rPr>
              <a:t>  </a:t>
            </a:r>
            <a:endParaRPr lang="zh-CN" altLang="en-US" noProof="1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747E3A-95BF-4FE8-82F5-2DAB4125D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111B-86A0-40B5-B89D-D1436399FC8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C1253952-06E6-4458-8B81-B11ED06EA4A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96000" y="4796127"/>
            <a:ext cx="3086100" cy="274637"/>
          </a:xfrm>
        </p:spPr>
        <p:txBody>
          <a:bodyPr/>
          <a:lstStyle/>
          <a:p>
            <a:r>
              <a:rPr lang="zh-CN" altLang="en-US"/>
              <a:t>SF Supply Chain</a:t>
            </a:r>
          </a:p>
        </p:txBody>
      </p:sp>
      <p:sp>
        <p:nvSpPr>
          <p:cNvPr id="8" name="内容占位符 7"/>
          <p:cNvSpPr>
            <a:spLocks noGrp="1"/>
          </p:cNvSpPr>
          <p:nvPr>
            <p:ph sz="quarter" idx="14" hasCustomPrompt="1"/>
          </p:nvPr>
        </p:nvSpPr>
        <p:spPr>
          <a:xfrm>
            <a:off x="407988" y="1275606"/>
            <a:ext cx="8340725" cy="3373629"/>
          </a:xfrm>
        </p:spPr>
        <p:txBody>
          <a:bodyPr lIns="0"/>
          <a:lstStyle>
            <a:lvl1pPr marL="0" marR="0" indent="0" algn="l" defTabSz="685800" rtl="0" eaLnBrk="1" fontAlgn="base" latinLnBrk="0" hangingPunct="1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 marL="342900" marR="0" indent="0" algn="l" defTabSz="685800" rtl="0" eaLnBrk="1" fontAlgn="base" latinLnBrk="0" hangingPunct="1">
              <a:lnSpc>
                <a:spcPct val="10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2pPr>
            <a:lvl3pPr marL="685800" marR="0" indent="0" algn="l" defTabSz="685800" rtl="0" eaLnBrk="1" fontAlgn="base" latinLnBrk="0" hangingPunct="1">
              <a:lnSpc>
                <a:spcPct val="10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3pPr>
            <a:lvl4pPr marL="1028700" marR="0" indent="0" algn="l" defTabSz="685800" rtl="0" eaLnBrk="1" fontAlgn="base" latinLnBrk="0" hangingPunct="1">
              <a:lnSpc>
                <a:spcPct val="10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4pPr>
            <a:lvl5pPr marL="1371600" marR="0" indent="0" algn="l" defTabSz="685800" rtl="0" eaLnBrk="1" fontAlgn="base" latinLnBrk="0" hangingPunct="1">
              <a:lnSpc>
                <a:spcPct val="10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5pPr>
          </a:lstStyle>
          <a:p>
            <a:pPr marL="171450" marR="0" lvl="0" indent="-171450" algn="l" defTabSz="685800" rtl="0" eaLnBrk="1" fontAlgn="base" latinLnBrk="0" hangingPunct="1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/>
              <a:t>Bullet text, Arial, 18pt (1st level bullet)</a:t>
            </a:r>
          </a:p>
          <a:p>
            <a:pPr marL="514350" marR="0" lvl="1" indent="-171450" algn="l" defTabSz="685800" rtl="0" eaLnBrk="1" fontAlgn="base" latinLnBrk="0" hangingPunct="1">
              <a:lnSpc>
                <a:spcPct val="10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/>
              <a:t>Bullet text, Arial, 16pt ( 2nd level bullet)</a:t>
            </a:r>
          </a:p>
          <a:p>
            <a:pPr marL="857250" marR="0" lvl="2" indent="-171450" algn="l" defTabSz="685800" rtl="0" eaLnBrk="1" fontAlgn="base" latinLnBrk="0" hangingPunct="1">
              <a:lnSpc>
                <a:spcPct val="10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/>
              <a:t>Bullet text, Arial, 14pt ( 3rd level bullet)</a:t>
            </a:r>
          </a:p>
          <a:p>
            <a:pPr marL="1200150" marR="0" lvl="3" indent="-171450" algn="l" defTabSz="685800" rtl="0" eaLnBrk="1" fontAlgn="base" latinLnBrk="0" hangingPunct="1">
              <a:lnSpc>
                <a:spcPct val="10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/>
              <a:t>Bullet text, Arial, 12pt ( 4th level bullet)</a:t>
            </a:r>
          </a:p>
          <a:p>
            <a:pPr marL="1543050" marR="0" lvl="4" indent="-171450" algn="l" defTabSz="685800" rtl="0" eaLnBrk="1" fontAlgn="base" latinLnBrk="0" hangingPunct="1">
              <a:lnSpc>
                <a:spcPct val="10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/>
              <a:t>Bullet text, Arial, 10pt ( 5th level bullet)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5" hasCustomPrompt="1"/>
          </p:nvPr>
        </p:nvSpPr>
        <p:spPr>
          <a:xfrm>
            <a:off x="395288" y="843147"/>
            <a:ext cx="6324600" cy="287337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1800" baseline="0">
                <a:latin typeface="+mj-ea"/>
                <a:ea typeface="+mj-ea"/>
              </a:defRPr>
            </a:lvl1pPr>
          </a:lstStyle>
          <a:p>
            <a:pPr lvl="0"/>
            <a:r>
              <a:rPr lang="en-US" altLang="zh-CN" dirty="0"/>
              <a:t>Click to add text, Arial, 18pt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9914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63A5EA3F-BB32-4A6A-A8ED-5EBEEE94AED7}"/>
              </a:ext>
            </a:extLst>
          </p:cNvPr>
          <p:cNvSpPr/>
          <p:nvPr userDrawn="1"/>
        </p:nvSpPr>
        <p:spPr>
          <a:xfrm flipH="1">
            <a:off x="8393113" y="3810000"/>
            <a:ext cx="752475" cy="1333500"/>
          </a:xfrm>
          <a:prstGeom prst="rt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26" name="图片占位符 25"/>
          <p:cNvSpPr>
            <a:spLocks noGrp="1"/>
          </p:cNvSpPr>
          <p:nvPr>
            <p:ph type="pic" sz="quarter" idx="10" hasCustomPrompt="1"/>
          </p:nvPr>
        </p:nvSpPr>
        <p:spPr>
          <a:xfrm>
            <a:off x="-3175" y="1"/>
            <a:ext cx="9144678" cy="5152390"/>
          </a:xfrm>
          <a:custGeom>
            <a:avLst/>
            <a:gdLst>
              <a:gd name="connsiteX0" fmla="*/ 0 w 14401"/>
              <a:gd name="connsiteY0" fmla="*/ 0 h 8114"/>
              <a:gd name="connsiteX1" fmla="*/ 14400 w 14401"/>
              <a:gd name="connsiteY1" fmla="*/ 0 h 8114"/>
              <a:gd name="connsiteX2" fmla="*/ 14384 w 14401"/>
              <a:gd name="connsiteY2" fmla="*/ 6105 h 8114"/>
              <a:gd name="connsiteX3" fmla="*/ 13200 w 14401"/>
              <a:gd name="connsiteY3" fmla="*/ 8114 h 8114"/>
              <a:gd name="connsiteX4" fmla="*/ 0 w 14401"/>
              <a:gd name="connsiteY4" fmla="*/ 8094 h 8114"/>
              <a:gd name="connsiteX5" fmla="*/ 0 w 14401"/>
              <a:gd name="connsiteY5" fmla="*/ 0 h 8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01" h="8114">
                <a:moveTo>
                  <a:pt x="0" y="0"/>
                </a:moveTo>
                <a:lnTo>
                  <a:pt x="14400" y="0"/>
                </a:lnTo>
                <a:cubicBezTo>
                  <a:pt x="14407" y="1976"/>
                  <a:pt x="14377" y="4129"/>
                  <a:pt x="14384" y="6105"/>
                </a:cubicBezTo>
                <a:lnTo>
                  <a:pt x="13200" y="8114"/>
                </a:lnTo>
                <a:lnTo>
                  <a:pt x="0" y="8094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noProof="1"/>
              <a:t>                                                       Click icon to add picture</a:t>
            </a:r>
            <a:endParaRPr lang="zh-CN" altLang="en-US" noProof="1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360000" y="603250"/>
            <a:ext cx="4733290" cy="381000"/>
          </a:xfrm>
        </p:spPr>
        <p:txBody>
          <a:bodyPr>
            <a:noAutofit/>
          </a:bodyPr>
          <a:lstStyle>
            <a:lvl1pPr marL="0" indent="0">
              <a:buNone/>
              <a:defRPr sz="2200" b="1">
                <a:latin typeface="+mj-lt"/>
              </a:defRPr>
            </a:lvl1pPr>
          </a:lstStyle>
          <a:p>
            <a:pPr lvl="0"/>
            <a:r>
              <a:rPr lang="en-US" altLang="zh-CN" noProof="1">
                <a:sym typeface="+mn-ea"/>
              </a:rPr>
              <a:t>Click to add title, </a:t>
            </a:r>
            <a:r>
              <a:rPr lang="zh-CN" altLang="en-US" noProof="1">
                <a:sym typeface="+mn-ea"/>
              </a:rPr>
              <a:t>A</a:t>
            </a:r>
            <a:r>
              <a:rPr lang="en-US" altLang="zh-CN" noProof="1">
                <a:sym typeface="+mn-ea"/>
              </a:rPr>
              <a:t>rial Bold,</a:t>
            </a:r>
            <a:r>
              <a:rPr lang="zh-CN" altLang="en-US" noProof="1">
                <a:sym typeface="+mn-ea"/>
              </a:rPr>
              <a:t> </a:t>
            </a:r>
            <a:r>
              <a:rPr lang="en-US" altLang="zh-CN" noProof="1">
                <a:sym typeface="+mn-ea"/>
              </a:rPr>
              <a:t>22pt</a:t>
            </a:r>
            <a:r>
              <a:rPr lang="zh-CN" altLang="en-US" noProof="1">
                <a:sym typeface="+mn-ea"/>
              </a:rPr>
              <a:t> </a:t>
            </a:r>
            <a:endParaRPr lang="zh-CN" altLang="en-US" noProof="1"/>
          </a:p>
        </p:txBody>
      </p:sp>
      <p:sp>
        <p:nvSpPr>
          <p:cNvPr id="18" name="内容占位符 17"/>
          <p:cNvSpPr>
            <a:spLocks noGrp="1"/>
          </p:cNvSpPr>
          <p:nvPr>
            <p:ph sz="quarter" idx="14" hasCustomPrompt="1"/>
          </p:nvPr>
        </p:nvSpPr>
        <p:spPr>
          <a:xfrm>
            <a:off x="360045" y="1143000"/>
            <a:ext cx="4205605" cy="299720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US" altLang="zh-CN" noProof="1"/>
              <a:t>Click to add text, Arial, 12pt</a:t>
            </a:r>
            <a:endParaRPr lang="zh-CN" altLang="en-US" noProof="1"/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B68C5D36-EAC3-499E-8893-5F56D4824D1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zh-CN" altLang="en-US"/>
              <a:t>SF Supply Chain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58B33C8-4E37-43B2-88C4-EE4A0A82593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B2D111B-86A0-40B5-B89D-D1436399FC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664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>
            <a:extLst>
              <a:ext uri="{FF2B5EF4-FFF2-40B4-BE49-F238E27FC236}">
                <a16:creationId xmlns:a16="http://schemas.microsoft.com/office/drawing/2014/main" id="{0AD385F7-7316-46B7-8B24-317D41ECE958}"/>
              </a:ext>
            </a:extLst>
          </p:cNvPr>
          <p:cNvSpPr/>
          <p:nvPr userDrawn="1"/>
        </p:nvSpPr>
        <p:spPr>
          <a:xfrm>
            <a:off x="3524250" y="1068388"/>
            <a:ext cx="5451475" cy="3006725"/>
          </a:xfrm>
          <a:prstGeom prst="parallelogram">
            <a:avLst>
              <a:gd name="adj" fmla="val 5288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r>
              <a:rPr lang="en-US" altLang="zh-CN" sz="1350" noProof="1"/>
              <a:t> </a:t>
            </a:r>
            <a:endParaRPr lang="zh-CN" altLang="en-US" noProof="1"/>
          </a:p>
        </p:txBody>
      </p: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60140B1B-92FA-4574-BD97-3795F3406C34}"/>
              </a:ext>
            </a:extLst>
          </p:cNvPr>
          <p:cNvSpPr/>
          <p:nvPr userDrawn="1"/>
        </p:nvSpPr>
        <p:spPr>
          <a:xfrm flipH="1">
            <a:off x="8393113" y="3810000"/>
            <a:ext cx="752475" cy="1333500"/>
          </a:xfrm>
          <a:prstGeom prst="rt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24" name="图片占位符 2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899660" cy="5143500"/>
          </a:xfrm>
          <a:custGeom>
            <a:avLst/>
            <a:gdLst>
              <a:gd name="connsiteX0" fmla="*/ 0 w 4899660"/>
              <a:gd name="connsiteY0" fmla="*/ 0 h 5143500"/>
              <a:gd name="connsiteX1" fmla="*/ 4899660 w 4899660"/>
              <a:gd name="connsiteY1" fmla="*/ 0 h 5143500"/>
              <a:gd name="connsiteX2" fmla="*/ 2186940 w 4899660"/>
              <a:gd name="connsiteY2" fmla="*/ 5143500 h 5143500"/>
              <a:gd name="connsiteX3" fmla="*/ 0 w 4899660"/>
              <a:gd name="connsiteY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99660" h="5143500">
                <a:moveTo>
                  <a:pt x="0" y="0"/>
                </a:moveTo>
                <a:lnTo>
                  <a:pt x="4899660" y="0"/>
                </a:lnTo>
                <a:lnTo>
                  <a:pt x="2186940" y="5143500"/>
                </a:lnTo>
                <a:lnTo>
                  <a:pt x="0" y="5143500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altLang="zh-CN" noProof="1"/>
          </a:p>
          <a:p>
            <a:endParaRPr lang="en-US" altLang="zh-CN" noProof="1"/>
          </a:p>
          <a:p>
            <a:r>
              <a:rPr lang="en-US" altLang="zh-CN" noProof="1"/>
              <a:t>Click icon to add picture</a:t>
            </a:r>
            <a:endParaRPr lang="zh-CN" altLang="en-US" noProof="1"/>
          </a:p>
        </p:txBody>
      </p:sp>
      <p:sp>
        <p:nvSpPr>
          <p:cNvPr id="31" name="文本占位符 30"/>
          <p:cNvSpPr>
            <a:spLocks noGrp="1"/>
          </p:cNvSpPr>
          <p:nvPr>
            <p:ph type="body" sz="quarter" idx="13" hasCustomPrompt="1"/>
          </p:nvPr>
        </p:nvSpPr>
        <p:spPr>
          <a:xfrm>
            <a:off x="5076056" y="1287780"/>
            <a:ext cx="3361189" cy="347866"/>
          </a:xfrm>
          <a:prstGeom prst="parallelogram">
            <a:avLst>
              <a:gd name="adj" fmla="val 51334"/>
            </a:avLst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1">
                <a:latin typeface="+mj-lt"/>
                <a:ea typeface="+mj-ea"/>
              </a:defRPr>
            </a:lvl1pPr>
          </a:lstStyle>
          <a:p>
            <a:pPr lvl="0"/>
            <a:r>
              <a:rPr lang="en-US" altLang="zh-CN" noProof="1"/>
              <a:t>Click to add title, Arial Bold, 14pt</a:t>
            </a:r>
            <a:endParaRPr lang="zh-CN" altLang="en-US" noProof="1"/>
          </a:p>
        </p:txBody>
      </p:sp>
      <p:sp>
        <p:nvSpPr>
          <p:cNvPr id="33" name="文本占位符 30"/>
          <p:cNvSpPr>
            <a:spLocks noGrp="1"/>
          </p:cNvSpPr>
          <p:nvPr>
            <p:ph type="body" sz="quarter" idx="14" hasCustomPrompt="1"/>
          </p:nvPr>
        </p:nvSpPr>
        <p:spPr>
          <a:xfrm>
            <a:off x="3923928" y="1635646"/>
            <a:ext cx="4392488" cy="2242934"/>
          </a:xfrm>
          <a:prstGeom prst="parallelogram">
            <a:avLst>
              <a:gd name="adj" fmla="val 51334"/>
            </a:avLst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1200" baseline="0"/>
            </a:lvl1pPr>
          </a:lstStyle>
          <a:p>
            <a:pPr lvl="0"/>
            <a:r>
              <a:rPr lang="zh-CN" altLang="en-US" noProof="1"/>
              <a:t> </a:t>
            </a:r>
            <a:r>
              <a:rPr lang="en-US" altLang="zh-CN" noProof="1"/>
              <a:t>Click to add text, Arial, 12pt</a:t>
            </a:r>
          </a:p>
          <a:p>
            <a:pPr lvl="0"/>
            <a:endParaRPr lang="zh-CN" altLang="en-US" noProof="1"/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0F2C3325-BA06-4B37-A81D-3875028F4D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SF Supply Chain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FE5D62D-4B5B-4E04-BFB6-12CB04C674D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B2D111B-86A0-40B5-B89D-D1436399FC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111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2" descr="标题页">
            <a:extLst>
              <a:ext uri="{FF2B5EF4-FFF2-40B4-BE49-F238E27FC236}">
                <a16:creationId xmlns:a16="http://schemas.microsoft.com/office/drawing/2014/main" id="{E5963387-45D7-4D1D-B651-656415B5C5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直角三角形 13">
            <a:extLst>
              <a:ext uri="{FF2B5EF4-FFF2-40B4-BE49-F238E27FC236}">
                <a16:creationId xmlns:a16="http://schemas.microsoft.com/office/drawing/2014/main" id="{339697D4-2044-4845-8B3D-5D5E520B8AD7}"/>
              </a:ext>
            </a:extLst>
          </p:cNvPr>
          <p:cNvSpPr/>
          <p:nvPr userDrawn="1"/>
        </p:nvSpPr>
        <p:spPr>
          <a:xfrm flipH="1">
            <a:off x="8393113" y="3810000"/>
            <a:ext cx="752475" cy="1333500"/>
          </a:xfrm>
          <a:prstGeom prst="rt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5" name="平行四边形 14">
            <a:extLst>
              <a:ext uri="{FF2B5EF4-FFF2-40B4-BE49-F238E27FC236}">
                <a16:creationId xmlns:a16="http://schemas.microsoft.com/office/drawing/2014/main" id="{A661D37C-707F-49F1-BE9D-891A1E8F04B2}"/>
              </a:ext>
            </a:extLst>
          </p:cNvPr>
          <p:cNvSpPr/>
          <p:nvPr userDrawn="1"/>
        </p:nvSpPr>
        <p:spPr>
          <a:xfrm>
            <a:off x="639763" y="1493838"/>
            <a:ext cx="3444875" cy="2697162"/>
          </a:xfrm>
          <a:prstGeom prst="parallelogram">
            <a:avLst>
              <a:gd name="adj" fmla="val 484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6" name="平行四边形 15">
            <a:extLst>
              <a:ext uri="{FF2B5EF4-FFF2-40B4-BE49-F238E27FC236}">
                <a16:creationId xmlns:a16="http://schemas.microsoft.com/office/drawing/2014/main" id="{53DE2705-6CDC-41FB-A96D-B62AF1C86D30}"/>
              </a:ext>
            </a:extLst>
          </p:cNvPr>
          <p:cNvSpPr/>
          <p:nvPr userDrawn="1"/>
        </p:nvSpPr>
        <p:spPr>
          <a:xfrm>
            <a:off x="2925763" y="1493838"/>
            <a:ext cx="3444875" cy="2697162"/>
          </a:xfrm>
          <a:prstGeom prst="parallelogram">
            <a:avLst>
              <a:gd name="adj" fmla="val 484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20" name="平行四边形 19">
            <a:extLst>
              <a:ext uri="{FF2B5EF4-FFF2-40B4-BE49-F238E27FC236}">
                <a16:creationId xmlns:a16="http://schemas.microsoft.com/office/drawing/2014/main" id="{E901BBA9-0386-4B76-981C-6E439D35B2CE}"/>
              </a:ext>
            </a:extLst>
          </p:cNvPr>
          <p:cNvSpPr/>
          <p:nvPr userDrawn="1"/>
        </p:nvSpPr>
        <p:spPr>
          <a:xfrm>
            <a:off x="5227638" y="1493838"/>
            <a:ext cx="3443287" cy="2697162"/>
          </a:xfrm>
          <a:prstGeom prst="parallelogram">
            <a:avLst>
              <a:gd name="adj" fmla="val 4844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69FE59B3-025A-429E-9D44-EE474CC1CEA6}"/>
              </a:ext>
            </a:extLst>
          </p:cNvPr>
          <p:cNvSpPr/>
          <p:nvPr userDrawn="1"/>
        </p:nvSpPr>
        <p:spPr>
          <a:xfrm>
            <a:off x="1112838" y="1485900"/>
            <a:ext cx="2971800" cy="1714500"/>
          </a:xfrm>
          <a:prstGeom prst="parallelogram">
            <a:avLst>
              <a:gd name="adj" fmla="val 4855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22" name="平行四边形 21">
            <a:extLst>
              <a:ext uri="{FF2B5EF4-FFF2-40B4-BE49-F238E27FC236}">
                <a16:creationId xmlns:a16="http://schemas.microsoft.com/office/drawing/2014/main" id="{D30C4305-E103-405B-86C4-8CD4E2AB74BF}"/>
              </a:ext>
            </a:extLst>
          </p:cNvPr>
          <p:cNvSpPr/>
          <p:nvPr userDrawn="1"/>
        </p:nvSpPr>
        <p:spPr>
          <a:xfrm>
            <a:off x="3398838" y="1485900"/>
            <a:ext cx="2971800" cy="1714500"/>
          </a:xfrm>
          <a:prstGeom prst="parallelogram">
            <a:avLst>
              <a:gd name="adj" fmla="val 4855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23" name="平行四边形 22">
            <a:extLst>
              <a:ext uri="{FF2B5EF4-FFF2-40B4-BE49-F238E27FC236}">
                <a16:creationId xmlns:a16="http://schemas.microsoft.com/office/drawing/2014/main" id="{621368F0-684D-4ECA-987A-9DD2EA796100}"/>
              </a:ext>
            </a:extLst>
          </p:cNvPr>
          <p:cNvSpPr/>
          <p:nvPr userDrawn="1"/>
        </p:nvSpPr>
        <p:spPr>
          <a:xfrm>
            <a:off x="5707063" y="1485900"/>
            <a:ext cx="2971800" cy="1714500"/>
          </a:xfrm>
          <a:prstGeom prst="parallelogram">
            <a:avLst>
              <a:gd name="adj" fmla="val 4855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9" name="标题 1"/>
          <p:cNvSpPr>
            <a:spLocks noGrp="1"/>
          </p:cNvSpPr>
          <p:nvPr>
            <p:ph type="title" hasCustomPrompt="1"/>
          </p:nvPr>
        </p:nvSpPr>
        <p:spPr>
          <a:xfrm>
            <a:off x="360000" y="190500"/>
            <a:ext cx="6332855" cy="439420"/>
          </a:xfrm>
        </p:spPr>
        <p:txBody>
          <a:bodyPr>
            <a:no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en-US" altLang="zh-CN" noProof="1">
                <a:sym typeface="+mn-ea"/>
              </a:rPr>
              <a:t>Click to add title, </a:t>
            </a:r>
            <a:r>
              <a:rPr lang="zh-CN" altLang="en-US" noProof="1">
                <a:sym typeface="+mn-ea"/>
              </a:rPr>
              <a:t>A</a:t>
            </a:r>
            <a:r>
              <a:rPr lang="en-US" altLang="zh-CN" noProof="1">
                <a:sym typeface="+mn-ea"/>
              </a:rPr>
              <a:t>rial Bold,</a:t>
            </a:r>
            <a:r>
              <a:rPr lang="zh-CN" altLang="en-US" noProof="1">
                <a:sym typeface="+mn-ea"/>
              </a:rPr>
              <a:t> </a:t>
            </a:r>
            <a:r>
              <a:rPr lang="en-US" altLang="zh-CN" noProof="1">
                <a:sym typeface="+mn-ea"/>
              </a:rPr>
              <a:t>22pt</a:t>
            </a:r>
            <a:r>
              <a:rPr lang="zh-CN" altLang="en-US" noProof="1">
                <a:sym typeface="+mn-ea"/>
              </a:rPr>
              <a:t> </a:t>
            </a:r>
            <a:endParaRPr lang="zh-CN" altLang="en-US" noProof="1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2"/>
          </p:nvPr>
        </p:nvSpPr>
        <p:spPr>
          <a:xfrm>
            <a:off x="1150620" y="1493838"/>
            <a:ext cx="2933700" cy="1630362"/>
          </a:xfrm>
          <a:prstGeom prst="parallelogram">
            <a:avLst>
              <a:gd name="adj" fmla="val 49304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none"/>
        </p:style>
        <p:txBody>
          <a:bodyPr anchor="ctr" anchorCtr="0">
            <a:normAutofit/>
          </a:bodyPr>
          <a:lstStyle>
            <a:lvl1pPr marL="0" indent="0" algn="l"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altLang="zh-CN" noProof="1"/>
          </a:p>
          <a:p>
            <a:endParaRPr lang="en-US" altLang="zh-CN" noProof="1"/>
          </a:p>
          <a:p>
            <a:endParaRPr lang="en-US" altLang="zh-CN" noProof="1"/>
          </a:p>
          <a:p>
            <a:r>
              <a:rPr lang="en-US" altLang="zh-CN" noProof="1"/>
              <a:t>Click Icon to add picture</a:t>
            </a:r>
            <a:endParaRPr lang="zh-CN" altLang="en-US" noProof="1"/>
          </a:p>
        </p:txBody>
      </p:sp>
      <p:sp>
        <p:nvSpPr>
          <p:cNvPr id="18" name="图片占位符 16"/>
          <p:cNvSpPr>
            <a:spLocks noGrp="1"/>
          </p:cNvSpPr>
          <p:nvPr>
            <p:ph type="pic" sz="quarter" idx="13"/>
          </p:nvPr>
        </p:nvSpPr>
        <p:spPr>
          <a:xfrm>
            <a:off x="3436620" y="1493838"/>
            <a:ext cx="2933700" cy="1630362"/>
          </a:xfrm>
          <a:prstGeom prst="parallelogram">
            <a:avLst>
              <a:gd name="adj" fmla="val 49304"/>
            </a:avLst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altLang="zh-CN" noProof="1"/>
          </a:p>
          <a:p>
            <a:endParaRPr lang="en-US" altLang="zh-CN" noProof="1"/>
          </a:p>
          <a:p>
            <a:endParaRPr lang="en-US" altLang="zh-CN" noProof="1"/>
          </a:p>
          <a:p>
            <a:r>
              <a:rPr lang="en-US" altLang="zh-CN" noProof="1"/>
              <a:t>Click icon to add picture</a:t>
            </a:r>
            <a:endParaRPr lang="zh-CN" altLang="en-US" noProof="1"/>
          </a:p>
        </p:txBody>
      </p:sp>
      <p:sp>
        <p:nvSpPr>
          <p:cNvPr id="19" name="图片占位符 16"/>
          <p:cNvSpPr>
            <a:spLocks noGrp="1"/>
          </p:cNvSpPr>
          <p:nvPr>
            <p:ph type="pic" sz="quarter" idx="14"/>
          </p:nvPr>
        </p:nvSpPr>
        <p:spPr>
          <a:xfrm>
            <a:off x="5737859" y="1493838"/>
            <a:ext cx="2933701" cy="1630362"/>
          </a:xfrm>
          <a:prstGeom prst="parallelogram">
            <a:avLst>
              <a:gd name="adj" fmla="val 49304"/>
            </a:avLst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altLang="zh-CN" noProof="1"/>
          </a:p>
          <a:p>
            <a:endParaRPr lang="en-US" altLang="zh-CN" noProof="1"/>
          </a:p>
          <a:p>
            <a:endParaRPr lang="en-US" altLang="zh-CN" noProof="1"/>
          </a:p>
          <a:p>
            <a:r>
              <a:rPr lang="en-US" altLang="zh-CN" noProof="1"/>
              <a:t>Click icon to add picture</a:t>
            </a:r>
            <a:endParaRPr lang="zh-CN" altLang="en-US" noProof="1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16" hasCustomPrompt="1"/>
          </p:nvPr>
        </p:nvSpPr>
        <p:spPr>
          <a:xfrm>
            <a:off x="688474" y="3328987"/>
            <a:ext cx="2516689" cy="862013"/>
          </a:xfrm>
          <a:prstGeom prst="parallelogram">
            <a:avLst>
              <a:gd name="adj" fmla="val 51365"/>
            </a:avLst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CN" noProof="1"/>
              <a:t>Click to add text, Arial, 8pt</a:t>
            </a:r>
            <a:endParaRPr lang="zh-CN" altLang="en-US" noProof="1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5" hasCustomPrompt="1"/>
          </p:nvPr>
        </p:nvSpPr>
        <p:spPr>
          <a:xfrm>
            <a:off x="1112520" y="3262312"/>
            <a:ext cx="1869574" cy="133350"/>
          </a:xfrm>
        </p:spPr>
        <p:txBody>
          <a:bodyPr>
            <a:noAutofit/>
          </a:bodyPr>
          <a:lstStyle>
            <a:lvl1pPr marL="0" indent="0">
              <a:buNone/>
              <a:defRPr sz="1000" b="1"/>
            </a:lvl1pPr>
          </a:lstStyle>
          <a:p>
            <a:pPr lvl="0"/>
            <a:r>
              <a:rPr lang="en-US" altLang="zh-CN" noProof="1"/>
              <a:t>Click to add text, Arial, 10pt</a:t>
            </a:r>
            <a:endParaRPr lang="zh-CN" altLang="en-US" noProof="1"/>
          </a:p>
        </p:txBody>
      </p:sp>
      <p:sp>
        <p:nvSpPr>
          <p:cNvPr id="28" name="文本占位符 26"/>
          <p:cNvSpPr>
            <a:spLocks noGrp="1"/>
          </p:cNvSpPr>
          <p:nvPr>
            <p:ph type="body" sz="quarter" idx="17" hasCustomPrompt="1"/>
          </p:nvPr>
        </p:nvSpPr>
        <p:spPr>
          <a:xfrm>
            <a:off x="2973203" y="3328987"/>
            <a:ext cx="2469249" cy="862013"/>
          </a:xfrm>
          <a:prstGeom prst="parallelogram">
            <a:avLst>
              <a:gd name="adj" fmla="val 51365"/>
            </a:avLst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CN" noProof="1"/>
              <a:t>Click to add text, Arial, 8pt</a:t>
            </a:r>
            <a:endParaRPr lang="zh-CN" altLang="en-US" noProof="1"/>
          </a:p>
        </p:txBody>
      </p:sp>
      <p:sp>
        <p:nvSpPr>
          <p:cNvPr id="29" name="文本占位符 24"/>
          <p:cNvSpPr>
            <a:spLocks noGrp="1"/>
          </p:cNvSpPr>
          <p:nvPr>
            <p:ph type="body" sz="quarter" idx="18" hasCustomPrompt="1"/>
          </p:nvPr>
        </p:nvSpPr>
        <p:spPr>
          <a:xfrm>
            <a:off x="3397249" y="3262312"/>
            <a:ext cx="1886085" cy="133350"/>
          </a:xfrm>
        </p:spPr>
        <p:txBody>
          <a:bodyPr>
            <a:noAutofit/>
          </a:bodyPr>
          <a:lstStyle>
            <a:lvl1pPr marL="0" indent="0">
              <a:buNone/>
              <a:defRPr sz="1000" b="1"/>
            </a:lvl1pPr>
          </a:lstStyle>
          <a:p>
            <a:pPr lvl="0"/>
            <a:r>
              <a:rPr lang="en-US" altLang="zh-CN" noProof="1"/>
              <a:t>Click to add text, Arial, 10pt</a:t>
            </a:r>
            <a:endParaRPr lang="zh-CN" altLang="en-US" noProof="1"/>
          </a:p>
        </p:txBody>
      </p:sp>
      <p:sp>
        <p:nvSpPr>
          <p:cNvPr id="30" name="文本占位符 26"/>
          <p:cNvSpPr>
            <a:spLocks noGrp="1"/>
          </p:cNvSpPr>
          <p:nvPr>
            <p:ph type="body" sz="quarter" idx="19" hasCustomPrompt="1"/>
          </p:nvPr>
        </p:nvSpPr>
        <p:spPr>
          <a:xfrm>
            <a:off x="5283335" y="3328987"/>
            <a:ext cx="2457017" cy="862013"/>
          </a:xfrm>
          <a:prstGeom prst="parallelogram">
            <a:avLst>
              <a:gd name="adj" fmla="val 51365"/>
            </a:avLst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CN" noProof="1"/>
              <a:t>Click to add text, Arial, 8pt</a:t>
            </a:r>
            <a:endParaRPr lang="zh-CN" altLang="en-US" noProof="1"/>
          </a:p>
        </p:txBody>
      </p:sp>
      <p:sp>
        <p:nvSpPr>
          <p:cNvPr id="31" name="文本占位符 24"/>
          <p:cNvSpPr>
            <a:spLocks noGrp="1"/>
          </p:cNvSpPr>
          <p:nvPr>
            <p:ph type="body" sz="quarter" idx="20" hasCustomPrompt="1"/>
          </p:nvPr>
        </p:nvSpPr>
        <p:spPr>
          <a:xfrm>
            <a:off x="5707381" y="3262312"/>
            <a:ext cx="1925319" cy="133350"/>
          </a:xfrm>
        </p:spPr>
        <p:txBody>
          <a:bodyPr>
            <a:noAutofit/>
          </a:bodyPr>
          <a:lstStyle>
            <a:lvl1pPr marL="0" indent="0">
              <a:buNone/>
              <a:defRPr sz="1000" b="1"/>
            </a:lvl1pPr>
          </a:lstStyle>
          <a:p>
            <a:pPr lvl="0"/>
            <a:r>
              <a:rPr lang="en-US" altLang="zh-CN" noProof="1"/>
              <a:t>Click to add text, Arial, 10pt</a:t>
            </a:r>
            <a:endParaRPr lang="zh-CN" altLang="en-US" noProof="1"/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6C9724EF-D47A-4E1F-BD61-18370C5E1EB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zh-CN" altLang="en-US"/>
              <a:t>SF Supply Chain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59D0B45-533E-4169-B491-7CDA1B319AC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3B2D111B-86A0-40B5-B89D-D1436399FC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717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用文字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1D08489-2F26-4455-ACF1-C824C9B98D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pic>
        <p:nvPicPr>
          <p:cNvPr id="12" name="图片 8">
            <a:extLst>
              <a:ext uri="{FF2B5EF4-FFF2-40B4-BE49-F238E27FC236}">
                <a16:creationId xmlns:a16="http://schemas.microsoft.com/office/drawing/2014/main" id="{D31575DA-C2D8-440A-8EA8-937C1A1A664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4763"/>
            <a:ext cx="8093075" cy="3003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4">
            <a:extLst>
              <a:ext uri="{FF2B5EF4-FFF2-40B4-BE49-F238E27FC236}">
                <a16:creationId xmlns:a16="http://schemas.microsoft.com/office/drawing/2014/main" id="{E428768F-1C9D-45E2-AD66-595838FBEA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62900" y="3209925"/>
            <a:ext cx="1181100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直角三角形 8">
            <a:extLst>
              <a:ext uri="{FF2B5EF4-FFF2-40B4-BE49-F238E27FC236}">
                <a16:creationId xmlns:a16="http://schemas.microsoft.com/office/drawing/2014/main" id="{E8B6BF1A-9DEF-4253-B367-7BF42AD46F4C}"/>
              </a:ext>
            </a:extLst>
          </p:cNvPr>
          <p:cNvSpPr/>
          <p:nvPr userDrawn="1"/>
        </p:nvSpPr>
        <p:spPr>
          <a:xfrm flipH="1">
            <a:off x="8393113" y="3810000"/>
            <a:ext cx="752475" cy="1333500"/>
          </a:xfrm>
          <a:prstGeom prst="rt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1264285" y="533083"/>
            <a:ext cx="4675867" cy="282936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1"/>
              <a:t>Click to add title, Arial Bold, 14pt</a:t>
            </a:r>
            <a:endParaRPr lang="zh-CN" altLang="en-US" noProof="1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 hasCustomPrompt="1"/>
          </p:nvPr>
        </p:nvSpPr>
        <p:spPr>
          <a:xfrm>
            <a:off x="1256665" y="917618"/>
            <a:ext cx="4675867" cy="151011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zh-CN" noProof="1"/>
              <a:t>Click to add text, Arial, 12pt</a:t>
            </a:r>
            <a:endParaRPr lang="zh-CN" altLang="en-US" noProof="1"/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B30BBF22-37A1-47CF-A2A4-E5168E93C9F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SF Supply Chain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DBF1585-0E03-4EFB-A4D4-D9358C5CF91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B2D111B-86A0-40B5-B89D-D1436399FC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800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排版参考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直角三角形 14">
            <a:extLst>
              <a:ext uri="{FF2B5EF4-FFF2-40B4-BE49-F238E27FC236}">
                <a16:creationId xmlns:a16="http://schemas.microsoft.com/office/drawing/2014/main" id="{8B6911F1-206A-444A-B71A-62071AB1503D}"/>
              </a:ext>
            </a:extLst>
          </p:cNvPr>
          <p:cNvSpPr/>
          <p:nvPr userDrawn="1"/>
        </p:nvSpPr>
        <p:spPr>
          <a:xfrm flipH="1">
            <a:off x="8393113" y="3810000"/>
            <a:ext cx="752475" cy="1333500"/>
          </a:xfrm>
          <a:prstGeom prst="rt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4328160" y="0"/>
            <a:ext cx="4815840" cy="2903220"/>
          </a:xfrm>
          <a:custGeom>
            <a:avLst/>
            <a:gdLst>
              <a:gd name="connsiteX0" fmla="*/ 1600200 w 4815840"/>
              <a:gd name="connsiteY0" fmla="*/ 0 h 2903220"/>
              <a:gd name="connsiteX1" fmla="*/ 4815840 w 4815840"/>
              <a:gd name="connsiteY1" fmla="*/ 0 h 2903220"/>
              <a:gd name="connsiteX2" fmla="*/ 4815840 w 4815840"/>
              <a:gd name="connsiteY2" fmla="*/ 2903220 h 2903220"/>
              <a:gd name="connsiteX3" fmla="*/ 0 w 4815840"/>
              <a:gd name="connsiteY3" fmla="*/ 2903220 h 2903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5840" h="2903220">
                <a:moveTo>
                  <a:pt x="1600200" y="0"/>
                </a:moveTo>
                <a:lnTo>
                  <a:pt x="4815840" y="0"/>
                </a:lnTo>
                <a:lnTo>
                  <a:pt x="4815840" y="2903220"/>
                </a:lnTo>
                <a:lnTo>
                  <a:pt x="0" y="2903220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altLang="zh-CN" noProof="1"/>
          </a:p>
          <a:p>
            <a:endParaRPr lang="en-US" altLang="zh-CN" noProof="1"/>
          </a:p>
          <a:p>
            <a:r>
              <a:rPr lang="en-US" altLang="zh-CN" noProof="1"/>
              <a:t>Click icon to add picture</a:t>
            </a:r>
            <a:endParaRPr lang="zh-CN" altLang="en-US" noProof="1"/>
          </a:p>
        </p:txBody>
      </p:sp>
      <p:sp>
        <p:nvSpPr>
          <p:cNvPr id="19" name="图片占位符 18"/>
          <p:cNvSpPr>
            <a:spLocks noGrp="1"/>
          </p:cNvSpPr>
          <p:nvPr>
            <p:ph type="pic" sz="quarter" idx="13"/>
          </p:nvPr>
        </p:nvSpPr>
        <p:spPr>
          <a:xfrm>
            <a:off x="1295399" y="3276600"/>
            <a:ext cx="489600" cy="487680"/>
          </a:xfrm>
        </p:spPr>
        <p:txBody>
          <a:bodyPr>
            <a:noAutofit/>
          </a:bodyPr>
          <a:lstStyle>
            <a:lvl1pPr marL="0" indent="0" algn="l">
              <a:buNone/>
              <a:defRPr sz="800"/>
            </a:lvl1pPr>
          </a:lstStyle>
          <a:p>
            <a:r>
              <a:rPr lang="en-US" altLang="zh-CN" noProof="1"/>
              <a:t>Click icon to add picture</a:t>
            </a:r>
            <a:endParaRPr lang="zh-CN" altLang="en-US" noProof="1"/>
          </a:p>
        </p:txBody>
      </p:sp>
      <p:sp>
        <p:nvSpPr>
          <p:cNvPr id="20" name="图片占位符 18"/>
          <p:cNvSpPr>
            <a:spLocks noGrp="1"/>
          </p:cNvSpPr>
          <p:nvPr>
            <p:ph type="pic" sz="quarter" idx="14"/>
          </p:nvPr>
        </p:nvSpPr>
        <p:spPr>
          <a:xfrm>
            <a:off x="3314699" y="3276600"/>
            <a:ext cx="489600" cy="487680"/>
          </a:xfr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altLang="zh-CN" noProof="1"/>
              <a:t>Click icon to add picture</a:t>
            </a:r>
            <a:endParaRPr lang="zh-CN" altLang="en-US" noProof="1"/>
          </a:p>
        </p:txBody>
      </p:sp>
      <p:sp>
        <p:nvSpPr>
          <p:cNvPr id="21" name="图片占位符 18"/>
          <p:cNvSpPr>
            <a:spLocks noGrp="1"/>
          </p:cNvSpPr>
          <p:nvPr>
            <p:ph type="pic" sz="quarter" idx="15"/>
          </p:nvPr>
        </p:nvSpPr>
        <p:spPr>
          <a:xfrm>
            <a:off x="5341619" y="3276600"/>
            <a:ext cx="489600" cy="487680"/>
          </a:xfr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altLang="zh-CN" noProof="1"/>
              <a:t>Click icon to add picture</a:t>
            </a:r>
            <a:endParaRPr lang="zh-CN" altLang="en-US" noProof="1"/>
          </a:p>
        </p:txBody>
      </p:sp>
      <p:sp>
        <p:nvSpPr>
          <p:cNvPr id="22" name="图片占位符 18"/>
          <p:cNvSpPr>
            <a:spLocks noGrp="1"/>
          </p:cNvSpPr>
          <p:nvPr>
            <p:ph type="pic" sz="quarter" idx="16"/>
          </p:nvPr>
        </p:nvSpPr>
        <p:spPr>
          <a:xfrm>
            <a:off x="7368539" y="3276600"/>
            <a:ext cx="489600" cy="487680"/>
          </a:xfr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altLang="zh-CN" noProof="1"/>
              <a:t>Click icon to add picture</a:t>
            </a:r>
            <a:endParaRPr lang="zh-CN" altLang="en-US" noProof="1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</p:nvPr>
        </p:nvSpPr>
        <p:spPr>
          <a:xfrm>
            <a:off x="781366" y="3834446"/>
            <a:ext cx="1470661" cy="623253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altLang="zh-CN" noProof="1"/>
              <a:t>Click to add text, Arial, 10pt</a:t>
            </a:r>
            <a:endParaRPr lang="zh-CN" altLang="en-US" noProof="1"/>
          </a:p>
        </p:txBody>
      </p:sp>
      <p:sp>
        <p:nvSpPr>
          <p:cNvPr id="25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2800666" y="3834446"/>
            <a:ext cx="1470661" cy="623253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altLang="zh-CN" noProof="1"/>
              <a:t>Click to add text, Arial, 10pt</a:t>
            </a:r>
            <a:endParaRPr lang="zh-CN" altLang="en-US" noProof="1"/>
          </a:p>
        </p:txBody>
      </p:sp>
      <p:sp>
        <p:nvSpPr>
          <p:cNvPr id="26" name="文本占位符 23"/>
          <p:cNvSpPr>
            <a:spLocks noGrp="1"/>
          </p:cNvSpPr>
          <p:nvPr>
            <p:ph type="body" sz="quarter" idx="19" hasCustomPrompt="1"/>
          </p:nvPr>
        </p:nvSpPr>
        <p:spPr>
          <a:xfrm>
            <a:off x="4819966" y="3834446"/>
            <a:ext cx="1470661" cy="623253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altLang="zh-CN" noProof="1"/>
              <a:t>Click to add text, Arial, 10pt</a:t>
            </a:r>
            <a:endParaRPr lang="zh-CN" altLang="en-US" noProof="1"/>
          </a:p>
        </p:txBody>
      </p:sp>
      <p:sp>
        <p:nvSpPr>
          <p:cNvPr id="27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6846886" y="3834446"/>
            <a:ext cx="1470661" cy="623253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altLang="zh-CN" noProof="1"/>
              <a:t>Click to add text, Arial, 10pt</a:t>
            </a:r>
            <a:endParaRPr lang="zh-CN" altLang="en-US" noProof="1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21" hasCustomPrompt="1"/>
          </p:nvPr>
        </p:nvSpPr>
        <p:spPr>
          <a:xfrm>
            <a:off x="441642" y="487680"/>
            <a:ext cx="4370703" cy="334963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1"/>
              <a:t>Click to add title, Arial Bold, 14pt</a:t>
            </a:r>
          </a:p>
        </p:txBody>
      </p:sp>
      <p:sp>
        <p:nvSpPr>
          <p:cNvPr id="31" name="文本占位符 30"/>
          <p:cNvSpPr>
            <a:spLocks noGrp="1"/>
          </p:cNvSpPr>
          <p:nvPr>
            <p:ph type="body" sz="quarter" idx="22" hasCustomPrompt="1"/>
          </p:nvPr>
        </p:nvSpPr>
        <p:spPr>
          <a:xfrm>
            <a:off x="451165" y="904831"/>
            <a:ext cx="4321175" cy="146367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1"/>
              <a:t>Click to add text, Arial, 12pt</a:t>
            </a:r>
            <a:endParaRPr lang="zh-CN" altLang="en-US" noProof="1"/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DDE0504E-8F8D-47C4-87D4-04AF6B2A206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zh-CN" altLang="en-US"/>
              <a:t>SF Supply Chain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DCD3249-F789-4F28-AA4E-4BADF3401C9E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3B2D111B-86A0-40B5-B89D-D1436399FC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00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9">
            <a:extLst>
              <a:ext uri="{FF2B5EF4-FFF2-40B4-BE49-F238E27FC236}">
                <a16:creationId xmlns:a16="http://schemas.microsoft.com/office/drawing/2014/main" id="{7ED4C2C4-7EE9-4606-91EE-2939AD4BD54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082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文本占位符 12"/>
          <p:cNvSpPr>
            <a:spLocks noGrp="1"/>
          </p:cNvSpPr>
          <p:nvPr>
            <p:ph type="body" sz="quarter" idx="10" hasCustomPrompt="1"/>
          </p:nvPr>
        </p:nvSpPr>
        <p:spPr>
          <a:xfrm>
            <a:off x="199009" y="4568191"/>
            <a:ext cx="4295775" cy="301625"/>
          </a:xfrm>
        </p:spPr>
        <p:txBody>
          <a:bodyPr>
            <a:noAutofit/>
          </a:bodyPr>
          <a:lstStyle>
            <a:lvl1pPr marL="0" indent="0">
              <a:lnSpc>
                <a:spcPct val="50000"/>
              </a:lnSpc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1"/>
              <a:t>Address</a:t>
            </a:r>
            <a:endParaRPr lang="zh-CN" altLang="en-US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9723B7-F500-4F8A-94DB-CE0D634016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2373" y="4320806"/>
            <a:ext cx="1051560" cy="67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878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696C4-3996-4AE0-B2EF-781EC1226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83E17-AED9-4B79-AC64-683C2BE0C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27009-39A7-4F7B-AC7A-F1F417A28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44BFA-29D6-4408-A81C-522A1BE37A2B}" type="datetimeFigureOut">
              <a:rPr lang="zh-CN" altLang="en-US" smtClean="0"/>
              <a:t>2021/11/11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8F60D-614C-437C-ABD9-E376548EA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F19DB-7413-41B0-9FC7-DF58724F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61EEB-855D-44E1-BFE4-4CBDF42291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574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16B5BCFD-7D9C-4C8E-955A-D49D4AC3D14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96000" y="274638"/>
            <a:ext cx="8119350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5A07A6-4941-40A0-B129-AFB864728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000" y="1370013"/>
            <a:ext cx="8119350" cy="3262312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2468FE-FD4E-4520-A27A-D8F586546F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6000" y="4796127"/>
            <a:ext cx="3086100" cy="27463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defRPr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r>
              <a:rPr lang="zh-CN" altLang="en-US"/>
              <a:t>SF Supply Chain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F6ECA6-1AAE-41AA-8BA8-C4A6C0816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0000" y="4796127"/>
            <a:ext cx="414958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3B2D111B-86A0-40B5-B89D-D1436399FC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4" r:id="rId4"/>
    <p:sldLayoutId id="2147483670" r:id="rId5"/>
    <p:sldLayoutId id="2147483662" r:id="rId6"/>
    <p:sldLayoutId id="2147483663" r:id="rId7"/>
    <p:sldLayoutId id="2147483666" r:id="rId8"/>
    <p:sldLayoutId id="2147483665" r:id="rId9"/>
    <p:sldLayoutId id="2147483667" r:id="rId10"/>
    <p:sldLayoutId id="2147483668" r:id="rId11"/>
    <p:sldLayoutId id="2147483672" r:id="rId12"/>
  </p:sldLayoutIdLst>
  <p:hf hd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+mj-ea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171450" indent="-171450" algn="l" defTabSz="685800" rtl="0" eaLnBrk="1" fontAlgn="base" hangingPunct="1">
        <a:lnSpc>
          <a:spcPct val="10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10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10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10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10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9" userDrawn="1">
          <p15:clr>
            <a:srgbClr val="F26B43"/>
          </p15:clr>
        </p15:guide>
        <p15:guide id="2" pos="5511" userDrawn="1">
          <p15:clr>
            <a:srgbClr val="F26B43"/>
          </p15:clr>
        </p15:guide>
        <p15:guide id="3" orient="horz" pos="169" userDrawn="1">
          <p15:clr>
            <a:srgbClr val="F26B43"/>
          </p15:clr>
        </p15:guide>
        <p15:guide id="4" orient="horz" pos="30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4.png"/><Relationship Id="rId4" Type="http://schemas.openxmlformats.org/officeDocument/2006/relationships/image" Target="../media/image13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占位符 6">
            <a:extLst>
              <a:ext uri="{FF2B5EF4-FFF2-40B4-BE49-F238E27FC236}">
                <a16:creationId xmlns:a16="http://schemas.microsoft.com/office/drawing/2014/main" id="{FECC6916-B323-4D0F-91C7-E3421E6D8A5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478" r="6478"/>
          <a:stretch>
            <a:fillRect/>
          </a:stretch>
        </p:blipFill>
        <p:spPr>
          <a:xfrm>
            <a:off x="2040484" y="-3504"/>
            <a:ext cx="6227893" cy="5150507"/>
          </a:xfrm>
        </p:spPr>
      </p:pic>
      <p:sp>
        <p:nvSpPr>
          <p:cNvPr id="7" name="任意多边形 5">
            <a:extLst>
              <a:ext uri="{FF2B5EF4-FFF2-40B4-BE49-F238E27FC236}">
                <a16:creationId xmlns:a16="http://schemas.microsoft.com/office/drawing/2014/main" id="{9700947F-6D68-4000-8787-59CEBE023A73}"/>
              </a:ext>
            </a:extLst>
          </p:cNvPr>
          <p:cNvSpPr/>
          <p:nvPr/>
        </p:nvSpPr>
        <p:spPr>
          <a:xfrm>
            <a:off x="0" y="848877"/>
            <a:ext cx="6781800" cy="1682750"/>
          </a:xfrm>
          <a:custGeom>
            <a:avLst/>
            <a:gdLst>
              <a:gd name="connsiteX0" fmla="*/ 0 w 8071"/>
              <a:gd name="connsiteY0" fmla="*/ 0 h 2652"/>
              <a:gd name="connsiteX1" fmla="*/ 8071 w 8071"/>
              <a:gd name="connsiteY1" fmla="*/ 0 h 2652"/>
              <a:gd name="connsiteX2" fmla="*/ 6676 w 8071"/>
              <a:gd name="connsiteY2" fmla="*/ 2649 h 2652"/>
              <a:gd name="connsiteX3" fmla="*/ 0 w 8071"/>
              <a:gd name="connsiteY3" fmla="*/ 2652 h 2652"/>
              <a:gd name="connsiteX4" fmla="*/ 0 w 8071"/>
              <a:gd name="connsiteY4" fmla="*/ 0 h 2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1" h="2652">
                <a:moveTo>
                  <a:pt x="0" y="0"/>
                </a:moveTo>
                <a:lnTo>
                  <a:pt x="8071" y="0"/>
                </a:lnTo>
                <a:lnTo>
                  <a:pt x="6676" y="2649"/>
                </a:lnTo>
                <a:lnTo>
                  <a:pt x="0" y="2652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6A62F5-5E44-4417-B383-F0C5E46EC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288" y="1123950"/>
            <a:ext cx="5669508" cy="726221"/>
          </a:xfrm>
        </p:spPr>
        <p:txBody>
          <a:bodyPr/>
          <a:lstStyle/>
          <a:p>
            <a:r>
              <a:rPr lang="en-US" altLang="zh-CN" dirty="0"/>
              <a:t>TSC BMS </a:t>
            </a:r>
            <a:r>
              <a:rPr lang="zh-CN" altLang="en-US" dirty="0"/>
              <a:t>分析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CDA32F-E255-4813-BF65-A3DFC68D1C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>
                <a:latin typeface="+mj-lt"/>
              </a:rPr>
              <a:t>2021-XXXX</a:t>
            </a:r>
            <a:endParaRPr lang="zh-CN" altLang="en-US" dirty="0">
              <a:latin typeface="+mj-lt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77522CA-9DF7-4043-A047-B74D12CB9D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2850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D0464-052E-4571-9704-ED02906E2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整体趋势是否健康？</a:t>
            </a:r>
            <a:r>
              <a:rPr lang="en-US" altLang="zh-CN" dirty="0"/>
              <a:t>YES</a:t>
            </a: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C42A1B-95C8-443E-90F4-6F9C2EBEE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33550"/>
            <a:ext cx="7239000" cy="390403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F73E8B64-29DF-459B-A8EF-1E8594DA6345}"/>
              </a:ext>
            </a:extLst>
          </p:cNvPr>
          <p:cNvSpPr/>
          <p:nvPr/>
        </p:nvSpPr>
        <p:spPr>
          <a:xfrm>
            <a:off x="2667000" y="1657350"/>
            <a:ext cx="838200" cy="762000"/>
          </a:xfrm>
          <a:prstGeom prst="ellipse">
            <a:avLst/>
          </a:prstGeom>
          <a:solidFill>
            <a:schemeClr val="accent1">
              <a:alpha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8D2540-0AA7-4D4A-9C96-25E11C142312}"/>
              </a:ext>
            </a:extLst>
          </p:cNvPr>
          <p:cNvSpPr txBox="1"/>
          <p:nvPr/>
        </p:nvSpPr>
        <p:spPr>
          <a:xfrm>
            <a:off x="609600" y="2571750"/>
            <a:ext cx="723900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r>
              <a:rPr lang="zh-CN" altLang="en-US" dirty="0"/>
              <a:t>月有不少新业务上线：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</a:rPr>
              <a:t>SFELCSHMHS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</a:rPr>
              <a:t>HUAWEDGLSS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</a:rPr>
              <a:t>INFINWXWHS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</a:rPr>
              <a:t>OTISXSHIHS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599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D0464-052E-4571-9704-ED02906E2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分布：</a:t>
            </a:r>
            <a:r>
              <a:rPr lang="en-US" altLang="zh-CN" dirty="0"/>
              <a:t>2021</a:t>
            </a:r>
            <a:r>
              <a:rPr lang="zh-CN" altLang="en-US" dirty="0"/>
              <a:t>活跃</a:t>
            </a:r>
            <a:r>
              <a:rPr lang="en-US" altLang="zh-CN" dirty="0"/>
              <a:t>OU</a:t>
            </a:r>
            <a:r>
              <a:rPr lang="zh-CN" altLang="en-US" dirty="0"/>
              <a:t>数：</a:t>
            </a:r>
            <a:r>
              <a:rPr lang="en-US" altLang="zh-CN" dirty="0"/>
              <a:t>121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B97D43-3196-4F91-ACE0-F6748DC524A0}"/>
              </a:ext>
            </a:extLst>
          </p:cNvPr>
          <p:cNvSpPr/>
          <p:nvPr/>
        </p:nvSpPr>
        <p:spPr>
          <a:xfrm>
            <a:off x="457200" y="1123950"/>
            <a:ext cx="7848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endParaRPr lang="zh-CN" alt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C9F537-5E4B-48C5-B574-CAF86F4A3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236195"/>
              </p:ext>
            </p:extLst>
          </p:nvPr>
        </p:nvGraphicFramePr>
        <p:xfrm>
          <a:off x="2358288" y="1200150"/>
          <a:ext cx="4427424" cy="3316908"/>
        </p:xfrm>
        <a:graphic>
          <a:graphicData uri="http://schemas.openxmlformats.org/drawingml/2006/table">
            <a:tbl>
              <a:tblPr/>
              <a:tblGrid>
                <a:gridCol w="987571">
                  <a:extLst>
                    <a:ext uri="{9D8B030D-6E8A-4147-A177-3AD203B41FA5}">
                      <a16:colId xmlns:a16="http://schemas.microsoft.com/office/drawing/2014/main" val="2916713301"/>
                    </a:ext>
                  </a:extLst>
                </a:gridCol>
                <a:gridCol w="2363512">
                  <a:extLst>
                    <a:ext uri="{9D8B030D-6E8A-4147-A177-3AD203B41FA5}">
                      <a16:colId xmlns:a16="http://schemas.microsoft.com/office/drawing/2014/main" val="2673596754"/>
                    </a:ext>
                  </a:extLst>
                </a:gridCol>
                <a:gridCol w="588104">
                  <a:extLst>
                    <a:ext uri="{9D8B030D-6E8A-4147-A177-3AD203B41FA5}">
                      <a16:colId xmlns:a16="http://schemas.microsoft.com/office/drawing/2014/main" val="291049906"/>
                    </a:ext>
                  </a:extLst>
                </a:gridCol>
                <a:gridCol w="488237">
                  <a:extLst>
                    <a:ext uri="{9D8B030D-6E8A-4147-A177-3AD203B41FA5}">
                      <a16:colId xmlns:a16="http://schemas.microsoft.com/office/drawing/2014/main" val="20283722"/>
                    </a:ext>
                  </a:extLst>
                </a:gridCol>
              </a:tblGrid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OU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Sum of bms_bill_amount_exclude_tax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929481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ERICSNJJLS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49,623,795 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top10：45%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0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top20：63%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6813092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HUAWEDHW4S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38,022,951 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426039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HPPXXSHMGS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30,395,533 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2511488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HONORDGWSS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25,444,582 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650478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ONSEMSHFTS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21,038,049 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18555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NEXPEDGWHS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18,139,103 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228566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MLBKDSHWHS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14,814,800 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670962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HPPXXWHWDS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14,083,156 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231443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ASMLXSHZCS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13,259,848 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295008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H3CUHBJXWS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11,470,088 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633360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SFELCSHMHS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10,648,067 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10-20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：</a:t>
                      </a:r>
                      <a:b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18%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069930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KLATESHZCS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10,420,977 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7962999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DIODESHFTS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10,396,757 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308385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HWSXXNSNXS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10,049,287 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755792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DELLSSHY2S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9,647,808 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811939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HONORDGHMS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9,114,096 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489328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HUAWEDGLSS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7,540,299 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011689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ASMLXBJKCS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7,087,542 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794738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TYCOTSDXXS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7,009,501 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477149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HUAWEDHW1S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6,532,834 </a:t>
                      </a:r>
                    </a:p>
                  </a:txBody>
                  <a:tcPr marL="5548" marR="5548" marT="55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769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113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D0464-052E-4571-9704-ED02906E2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分布：按</a:t>
            </a:r>
            <a:r>
              <a:rPr lang="en-US" altLang="zh-CN" dirty="0"/>
              <a:t>OU</a:t>
            </a:r>
            <a:r>
              <a:rPr lang="zh-CN" altLang="en-US" dirty="0"/>
              <a:t>类型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B97D43-3196-4F91-ACE0-F6748DC524A0}"/>
              </a:ext>
            </a:extLst>
          </p:cNvPr>
          <p:cNvSpPr/>
          <p:nvPr/>
        </p:nvSpPr>
        <p:spPr>
          <a:xfrm>
            <a:off x="398408" y="971550"/>
            <a:ext cx="7848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824DDB-10F1-4BAD-8B6A-7EB068444E0F}"/>
              </a:ext>
            </a:extLst>
          </p:cNvPr>
          <p:cNvSpPr/>
          <p:nvPr/>
        </p:nvSpPr>
        <p:spPr>
          <a:xfrm>
            <a:off x="322208" y="1352550"/>
            <a:ext cx="2076450" cy="4651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操作型：</a:t>
            </a:r>
            <a:r>
              <a:rPr lang="en-US" altLang="zh-CN" dirty="0"/>
              <a:t>54 / 121</a:t>
            </a:r>
            <a:endParaRPr lang="zh-CN" altLang="en-US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F7D2B54-94E9-460F-BA47-81A47E5F4E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9860200"/>
              </p:ext>
            </p:extLst>
          </p:nvPr>
        </p:nvGraphicFramePr>
        <p:xfrm>
          <a:off x="322208" y="1907025"/>
          <a:ext cx="2076450" cy="178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Worksheet" r:id="rId3" imgW="2076586" imgH="1784262" progId="Excel.Sheet.12">
                  <p:embed/>
                </p:oleObj>
              </mc:Choice>
              <mc:Fallback>
                <p:oleObj name="Worksheet" r:id="rId3" imgW="2076586" imgH="178426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2208" y="1907025"/>
                        <a:ext cx="2076450" cy="178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82565F2-1A5C-461B-BC14-9E915ACCF02C}"/>
              </a:ext>
            </a:extLst>
          </p:cNvPr>
          <p:cNvSpPr/>
          <p:nvPr/>
        </p:nvSpPr>
        <p:spPr>
          <a:xfrm>
            <a:off x="2507046" y="1352550"/>
            <a:ext cx="2076450" cy="4651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存储型：</a:t>
            </a:r>
            <a:r>
              <a:rPr lang="en-US" altLang="zh-CN" dirty="0"/>
              <a:t>23 / 121</a:t>
            </a:r>
            <a:endParaRPr lang="zh-CN" alt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2886242-907B-4AE5-9611-27FA7C552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212458"/>
              </p:ext>
            </p:extLst>
          </p:nvPr>
        </p:nvGraphicFramePr>
        <p:xfrm>
          <a:off x="2513396" y="1913375"/>
          <a:ext cx="2070100" cy="1778000"/>
        </p:xfrm>
        <a:graphic>
          <a:graphicData uri="http://schemas.openxmlformats.org/drawingml/2006/table">
            <a:tbl>
              <a:tblPr/>
              <a:tblGrid>
                <a:gridCol w="1168400">
                  <a:extLst>
                    <a:ext uri="{9D8B030D-6E8A-4147-A177-3AD203B41FA5}">
                      <a16:colId xmlns:a16="http://schemas.microsoft.com/office/drawing/2014/main" val="3899189424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101332237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HONORDGWSS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25,444,582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49299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MOLEXSHBSS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5,752,714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61394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HUAWEDHWMS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4,693,772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97929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NSBSHSHYXS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1,746,093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85928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CEXARSHBSS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1,237,588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82503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H3CNHBJXWS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1,237,156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11738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HPIPSBJXWS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1,036,497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6402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CHANESHKQS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656,120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18531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SKFSHDLSMS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478,055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23374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SOLVASHMFS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448,566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54105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3052ADC-C363-4A8F-9330-8AB21257038F}"/>
              </a:ext>
            </a:extLst>
          </p:cNvPr>
          <p:cNvSpPr/>
          <p:nvPr/>
        </p:nvSpPr>
        <p:spPr>
          <a:xfrm>
            <a:off x="4691884" y="1371381"/>
            <a:ext cx="2076450" cy="4651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VAS</a:t>
            </a:r>
            <a:r>
              <a:rPr lang="zh-CN" altLang="en-US" dirty="0"/>
              <a:t>型：</a:t>
            </a:r>
            <a:r>
              <a:rPr lang="en-US" altLang="zh-CN" dirty="0"/>
              <a:t>2 / 121</a:t>
            </a:r>
            <a:endParaRPr lang="zh-CN" alt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6FD885E-3DBB-4DA9-9EC8-E8C98B25C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668029"/>
              </p:ext>
            </p:extLst>
          </p:nvPr>
        </p:nvGraphicFramePr>
        <p:xfrm>
          <a:off x="4698234" y="1928484"/>
          <a:ext cx="2070100" cy="355600"/>
        </p:xfrm>
        <a:graphic>
          <a:graphicData uri="http://schemas.openxmlformats.org/drawingml/2006/table">
            <a:tbl>
              <a:tblPr/>
              <a:tblGrid>
                <a:gridCol w="1168400">
                  <a:extLst>
                    <a:ext uri="{9D8B030D-6E8A-4147-A177-3AD203B41FA5}">
                      <a16:colId xmlns:a16="http://schemas.microsoft.com/office/drawing/2014/main" val="3051912954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1340254602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ZEBRASHALV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1,578,646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4595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KONICSHDQS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261,290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23327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18CE7C9-E406-4C8E-A843-EBD8C6D6A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291249"/>
              </p:ext>
            </p:extLst>
          </p:nvPr>
        </p:nvGraphicFramePr>
        <p:xfrm>
          <a:off x="6921500" y="1893887"/>
          <a:ext cx="2070100" cy="1778000"/>
        </p:xfrm>
        <a:graphic>
          <a:graphicData uri="http://schemas.openxmlformats.org/drawingml/2006/table">
            <a:tbl>
              <a:tblPr/>
              <a:tblGrid>
                <a:gridCol w="1168400">
                  <a:extLst>
                    <a:ext uri="{9D8B030D-6E8A-4147-A177-3AD203B41FA5}">
                      <a16:colId xmlns:a16="http://schemas.microsoft.com/office/drawing/2014/main" val="879896713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897567492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ERICSNJJLS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49,623,795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38418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HPPXXSHMGS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30,395,533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32634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ONSEMSHFTS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21,038,049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52469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HPPXXWHWDS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14,083,156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65416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ASMLXSHZCS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13,259,848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91883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H3CUHBJXWS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11,470,088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63872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KLATESHZCS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10,420,977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78358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HWSXXNSNXS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10,049,287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753481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ASMLXBJKCS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7,087,542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824469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ASMLXXAEPS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6,232,442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5119395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379C54B0-DE3B-4183-A96C-E9049E84A1D1}"/>
              </a:ext>
            </a:extLst>
          </p:cNvPr>
          <p:cNvSpPr/>
          <p:nvPr/>
        </p:nvSpPr>
        <p:spPr>
          <a:xfrm>
            <a:off x="6909895" y="1366345"/>
            <a:ext cx="2076450" cy="4651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平衡型：</a:t>
            </a:r>
            <a:r>
              <a:rPr lang="en-US" altLang="zh-CN" dirty="0"/>
              <a:t>42 / 121</a:t>
            </a:r>
            <a:endParaRPr lang="zh-CN" alt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E70248F-ACD3-4CD5-9E98-EB9B0392E1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534" y="2716559"/>
            <a:ext cx="2076450" cy="97043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23727A6-E489-4405-ABE5-1A22993358B0}"/>
              </a:ext>
            </a:extLst>
          </p:cNvPr>
          <p:cNvSpPr/>
          <p:nvPr/>
        </p:nvSpPr>
        <p:spPr>
          <a:xfrm>
            <a:off x="322208" y="3943350"/>
            <a:ext cx="8664137" cy="355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有关务业务的</a:t>
            </a:r>
            <a:r>
              <a:rPr lang="en-US" altLang="zh-CN" dirty="0"/>
              <a:t>OU</a:t>
            </a:r>
            <a:r>
              <a:rPr lang="zh-CN" altLang="en-US" dirty="0"/>
              <a:t>： </a:t>
            </a:r>
            <a:r>
              <a:rPr lang="en-US" altLang="zh-CN" dirty="0"/>
              <a:t>36</a:t>
            </a:r>
            <a:r>
              <a:rPr lang="zh-CN" altLang="en-US" dirty="0"/>
              <a:t>个</a:t>
            </a:r>
          </a:p>
        </p:txBody>
      </p:sp>
    </p:spTree>
    <p:extLst>
      <p:ext uri="{BB962C8B-B14F-4D97-AF65-F5344CB8AC3E}">
        <p14:creationId xmlns:p14="http://schemas.microsoft.com/office/powerpoint/2010/main" val="4279589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D0464-052E-4571-9704-ED02906E2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健康度四象限分析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B97D43-3196-4F91-ACE0-F6748DC524A0}"/>
              </a:ext>
            </a:extLst>
          </p:cNvPr>
          <p:cNvSpPr/>
          <p:nvPr/>
        </p:nvSpPr>
        <p:spPr>
          <a:xfrm>
            <a:off x="398408" y="971550"/>
            <a:ext cx="7848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118958-BBD2-41A3-96D1-1F1D1A0BA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808" y="971550"/>
            <a:ext cx="7315200" cy="4114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BB7E5D-31E0-44FD-9419-6D1506501824}"/>
              </a:ext>
            </a:extLst>
          </p:cNvPr>
          <p:cNvSpPr txBox="1"/>
          <p:nvPr/>
        </p:nvSpPr>
        <p:spPr>
          <a:xfrm>
            <a:off x="2169675" y="1060162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关键指标和时间成现的相关性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: (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操作费用主导型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ou)</a:t>
            </a:r>
            <a:endParaRPr lang="en-US" altLang="zh-CN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646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D0464-052E-4571-9704-ED02906E2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健康度四象限分析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B97D43-3196-4F91-ACE0-F6748DC524A0}"/>
              </a:ext>
            </a:extLst>
          </p:cNvPr>
          <p:cNvSpPr/>
          <p:nvPr/>
        </p:nvSpPr>
        <p:spPr>
          <a:xfrm>
            <a:off x="398408" y="971550"/>
            <a:ext cx="7848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2D9DB3-96C5-4115-BB96-6090D7A18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979" y="971550"/>
            <a:ext cx="73152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104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D0464-052E-4571-9704-ED02906E2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健康度四象限分析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B97D43-3196-4F91-ACE0-F6748DC524A0}"/>
              </a:ext>
            </a:extLst>
          </p:cNvPr>
          <p:cNvSpPr/>
          <p:nvPr/>
        </p:nvSpPr>
        <p:spPr>
          <a:xfrm>
            <a:off x="398408" y="971550"/>
            <a:ext cx="7848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6B3BDE-DCBD-4AA1-8BB8-6A387E4CF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75" y="977310"/>
            <a:ext cx="7416800" cy="4171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456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D0464-052E-4571-9704-ED02906E2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健康度四象限分析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B97D43-3196-4F91-ACE0-F6748DC524A0}"/>
              </a:ext>
            </a:extLst>
          </p:cNvPr>
          <p:cNvSpPr/>
          <p:nvPr/>
        </p:nvSpPr>
        <p:spPr>
          <a:xfrm>
            <a:off x="398408" y="971550"/>
            <a:ext cx="7848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6D6B0C-9BF9-4948-8099-0315A07DC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178" y="966677"/>
            <a:ext cx="7391400" cy="415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080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D0464-052E-4571-9704-ED02906E2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健康度四象限分析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B97D43-3196-4F91-ACE0-F6748DC524A0}"/>
              </a:ext>
            </a:extLst>
          </p:cNvPr>
          <p:cNvSpPr/>
          <p:nvPr/>
        </p:nvSpPr>
        <p:spPr>
          <a:xfrm>
            <a:off x="398408" y="971550"/>
            <a:ext cx="7848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FADFD2-C864-40A8-8C42-4F30CD9BF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132" y="-1108"/>
            <a:ext cx="4680515" cy="40206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94A6B7-B247-4027-A4D4-3D6E905AB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3" y="2940988"/>
            <a:ext cx="7086600" cy="21874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A2528D-CFC0-4D9F-8DCB-BC9A82F26706}"/>
              </a:ext>
            </a:extLst>
          </p:cNvPr>
          <p:cNvSpPr txBox="1"/>
          <p:nvPr/>
        </p:nvSpPr>
        <p:spPr>
          <a:xfrm>
            <a:off x="896992" y="1122219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bms_bill_amount_exclude_tax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~  month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EBFD19-DE57-480E-83C6-EED3D97E2B20}"/>
              </a:ext>
            </a:extLst>
          </p:cNvPr>
          <p:cNvSpPr txBox="1"/>
          <p:nvPr/>
        </p:nvSpPr>
        <p:spPr>
          <a:xfrm>
            <a:off x="863322" y="2247468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相关性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vs 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线性回归</a:t>
            </a:r>
            <a:endParaRPr lang="en-US" altLang="zh-CN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98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3796E-B7D3-42F5-87A7-11C19E3BBF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582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SF Supply Chain">
      <a:dk1>
        <a:sysClr val="windowText" lastClr="000000"/>
      </a:dk1>
      <a:lt1>
        <a:sysClr val="window" lastClr="FFFFFF"/>
      </a:lt1>
      <a:dk2>
        <a:srgbClr val="DC1E32"/>
      </a:dk2>
      <a:lt2>
        <a:srgbClr val="FFCC00"/>
      </a:lt2>
      <a:accent1>
        <a:srgbClr val="F58C32"/>
      </a:accent1>
      <a:accent2>
        <a:srgbClr val="65BBB1"/>
      </a:accent2>
      <a:accent3>
        <a:srgbClr val="D9BB8A"/>
      </a:accent3>
      <a:accent4>
        <a:srgbClr val="4B96BE"/>
      </a:accent4>
      <a:accent5>
        <a:srgbClr val="445C8D"/>
      </a:accent5>
      <a:accent6>
        <a:srgbClr val="C1DB81"/>
      </a:accent6>
      <a:hlink>
        <a:srgbClr val="0563C1"/>
      </a:hlink>
      <a:folHlink>
        <a:srgbClr val="954F72"/>
      </a:folHlink>
    </a:clrScheme>
    <a:fontScheme name="SF Supply Chain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B7AFBE53-2B90-48CA-B08B-8A2A05FAB634}" vid="{7A80CB4D-5165-456A-A118-83C8500BF50E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SF Supply Chain China PPT Template 16x9_210310</Template>
  <TotalTime>731</TotalTime>
  <Words>274</Words>
  <Application>Microsoft Office PowerPoint</Application>
  <PresentationFormat>On-screen Show (16:9)</PresentationFormat>
  <Paragraphs>114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等线</vt:lpstr>
      <vt:lpstr>微软雅黑</vt:lpstr>
      <vt:lpstr>Arial</vt:lpstr>
      <vt:lpstr>Calibri</vt:lpstr>
      <vt:lpstr>Consolas</vt:lpstr>
      <vt:lpstr>Office 主题​​</vt:lpstr>
      <vt:lpstr>Worksheet</vt:lpstr>
      <vt:lpstr>TSC BMS 分析</vt:lpstr>
      <vt:lpstr>整体趋势是否健康？YES</vt:lpstr>
      <vt:lpstr>分布：2021活跃OU数：121</vt:lpstr>
      <vt:lpstr>分布：按OU类型</vt:lpstr>
      <vt:lpstr>健康度四象限分析</vt:lpstr>
      <vt:lpstr>健康度四象限分析</vt:lpstr>
      <vt:lpstr>健康度四象限分析</vt:lpstr>
      <vt:lpstr>健康度四象限分析</vt:lpstr>
      <vt:lpstr>健康度四象限分析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SF Supply Chain China PPT Template 16:9</dc:title>
  <dc:creator>Yixin Zhu (SF-DHL CN)</dc:creator>
  <cp:lastModifiedBy>Siming Yan (SF-DHL CN)</cp:lastModifiedBy>
  <cp:revision>80</cp:revision>
  <dcterms:created xsi:type="dcterms:W3CDTF">2021-03-10T12:44:42Z</dcterms:created>
  <dcterms:modified xsi:type="dcterms:W3CDTF">2021-11-11T16:00:23Z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